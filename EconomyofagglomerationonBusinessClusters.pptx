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24" r:id="rId2"/>
    <p:sldId id="2542" r:id="rId3"/>
    <p:sldId id="2544" r:id="rId4"/>
    <p:sldId id="2582" r:id="rId5"/>
    <p:sldId id="2545" r:id="rId6"/>
    <p:sldId id="2583" r:id="rId7"/>
    <p:sldId id="2554" r:id="rId8"/>
    <p:sldId id="2574" r:id="rId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AB0"/>
    <a:srgbClr val="3B7579"/>
    <a:srgbClr val="AAD3D6"/>
    <a:srgbClr val="418287"/>
    <a:srgbClr val="DFE3E9"/>
    <a:srgbClr val="1F1F26"/>
    <a:srgbClr val="D6DBE2"/>
    <a:srgbClr val="CCD2DA"/>
    <a:srgbClr val="BBC3CD"/>
    <a:srgbClr val="D3D8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034" autoAdjust="0"/>
  </p:normalViewPr>
  <p:slideViewPr>
    <p:cSldViewPr snapToGrid="0" snapToObjects="1" showGuides="1">
      <p:cViewPr varScale="1">
        <p:scale>
          <a:sx n="72" d="100"/>
          <a:sy n="72" d="100"/>
        </p:scale>
        <p:origin x="660" y="6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5136"/>
    </p:cViewPr>
  </p:sorterViewPr>
  <p:notesViewPr>
    <p:cSldViewPr snapToGrid="0" snapToObjects="1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92018837-64B5-4E20-83A5-89B993CB3C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C2A4FB-A56B-4413-A08B-0E9894B98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69975D-AA20-40F3-B3FE-C42D8C2F2C99}" type="datetime1">
              <a:rPr lang="es-ES" smtClean="0"/>
              <a:t>18/09/2020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977F36-950D-4655-BC4A-F80BE1DBF7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56C246FD-229D-4B04-9855-212AD8D784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A8A28B-0568-4092-BB1A-13C9B073E3A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052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0CEAB7A-CCD6-4F33-8E21-1E9DB4533DB3}" type="datetime1">
              <a:rPr lang="es-ES" noProof="0" smtClean="0"/>
              <a:t>18/09/2020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CFA0038-7055-434C-B6C4-B8C69565C600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908641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9664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2205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5550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531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5746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1886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3438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3940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rtlCol="0"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17463"/>
            <a:ext cx="7252504" cy="338549"/>
          </a:xfrm>
        </p:spPr>
        <p:txBody>
          <a:bodyPr rtlCol="0"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EL SUBTÍTULO SE ESCRIBE AQUÍ</a:t>
            </a:r>
          </a:p>
        </p:txBody>
      </p:sp>
      <p:sp>
        <p:nvSpPr>
          <p:cNvPr id="5" name="Forma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240332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</p:spTree>
    <p:extLst>
      <p:ext uri="{BB962C8B-B14F-4D97-AF65-F5344CB8AC3E}">
        <p14:creationId xmlns:p14="http://schemas.microsoft.com/office/powerpoint/2010/main" val="139946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-1" y="1539432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rtlCol="0"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GRACIAS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 rtlCol="0"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WWW.NOMBRESITIO.COM</a:t>
            </a:r>
          </a:p>
        </p:txBody>
      </p:sp>
      <p:sp>
        <p:nvSpPr>
          <p:cNvPr id="5" name="Forma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</p:spTree>
    <p:extLst>
      <p:ext uri="{BB962C8B-B14F-4D97-AF65-F5344CB8AC3E}">
        <p14:creationId xmlns:p14="http://schemas.microsoft.com/office/powerpoint/2010/main" val="309165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 con imag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rtlCol="0"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 rtlCol="0"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EL SUBTÍTULO SE ESCRIBE AQUÍ</a:t>
            </a:r>
          </a:p>
        </p:txBody>
      </p:sp>
      <p:sp>
        <p:nvSpPr>
          <p:cNvPr id="5" name="Forma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</p:spTree>
    <p:extLst>
      <p:ext uri="{BB962C8B-B14F-4D97-AF65-F5344CB8AC3E}">
        <p14:creationId xmlns:p14="http://schemas.microsoft.com/office/powerpoint/2010/main" val="155885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 con imag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78736"/>
            <a:ext cx="7252505" cy="891250"/>
          </a:xfrm>
        </p:spPr>
        <p:txBody>
          <a:bodyPr rtlCol="0"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666759"/>
            <a:ext cx="7252504" cy="338549"/>
          </a:xfrm>
        </p:spPr>
        <p:txBody>
          <a:bodyPr rtlCol="0"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EL SUBTÍTULO SE ESCRIBE AQUÍ</a:t>
            </a:r>
          </a:p>
        </p:txBody>
      </p:sp>
      <p:sp>
        <p:nvSpPr>
          <p:cNvPr id="5" name="Forma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396160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  <p:sp>
        <p:nvSpPr>
          <p:cNvPr id="20" name="Marcador de posición de imagen 4">
            <a:extLst>
              <a:ext uri="{FF2B5EF4-FFF2-40B4-BE49-F238E27FC236}">
                <a16:creationId xmlns:a16="http://schemas.microsoft.com/office/drawing/2014/main" id="{99E7C9A1-D1C2-4923-B0AE-127044646A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66207" y="0"/>
            <a:ext cx="3325792" cy="6858000"/>
          </a:xfrm>
          <a:solidFill>
            <a:schemeClr val="bg1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85332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e diapositivas con imag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708475"/>
            <a:ext cx="7252505" cy="891250"/>
          </a:xfrm>
        </p:spPr>
        <p:txBody>
          <a:bodyPr rtlCol="0"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96498"/>
            <a:ext cx="7252504" cy="338549"/>
          </a:xfrm>
        </p:spPr>
        <p:txBody>
          <a:bodyPr rtlCol="0"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EL SUBTÍTULO SE ESCRIBE AQUÍ</a:t>
            </a:r>
          </a:p>
        </p:txBody>
      </p:sp>
      <p:sp>
        <p:nvSpPr>
          <p:cNvPr id="10" name="Forma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1094402" y="2525899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DAA0C5BA-C2D3-4A68-8EDE-1831408789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1933381"/>
              <a:gd name="connsiteY0" fmla="*/ 0 h 6858000"/>
              <a:gd name="connsiteX1" fmla="*/ 11933381 w 11933381"/>
              <a:gd name="connsiteY1" fmla="*/ 0 h 6858000"/>
              <a:gd name="connsiteX2" fmla="*/ 11933381 w 11933381"/>
              <a:gd name="connsiteY2" fmla="*/ 6858000 h 6858000"/>
              <a:gd name="connsiteX3" fmla="*/ 0 w 11933381"/>
              <a:gd name="connsiteY3" fmla="*/ 6858000 h 6858000"/>
              <a:gd name="connsiteX4" fmla="*/ 0 w 11933381"/>
              <a:gd name="connsiteY4" fmla="*/ 5854361 h 6858000"/>
              <a:gd name="connsiteX5" fmla="*/ 8109878 w 11933381"/>
              <a:gd name="connsiteY5" fmla="*/ 5854361 h 6858000"/>
              <a:gd name="connsiteX6" fmla="*/ 8109878 w 11933381"/>
              <a:gd name="connsiteY6" fmla="*/ 1949923 h 6858000"/>
              <a:gd name="connsiteX7" fmla="*/ 0 w 11933381"/>
              <a:gd name="connsiteY7" fmla="*/ 1949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33381" h="6858000">
                <a:moveTo>
                  <a:pt x="0" y="0"/>
                </a:moveTo>
                <a:lnTo>
                  <a:pt x="11933381" y="0"/>
                </a:lnTo>
                <a:lnTo>
                  <a:pt x="11933381" y="6858000"/>
                </a:lnTo>
                <a:lnTo>
                  <a:pt x="0" y="6858000"/>
                </a:lnTo>
                <a:lnTo>
                  <a:pt x="0" y="5854361"/>
                </a:lnTo>
                <a:lnTo>
                  <a:pt x="8109878" y="5854361"/>
                </a:lnTo>
                <a:lnTo>
                  <a:pt x="8109878" y="1949923"/>
                </a:lnTo>
                <a:lnTo>
                  <a:pt x="0" y="194992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132737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sor de diapositivas con imag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D373C762-8092-4F49-BC46-91BCA0557F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2430682 h 6858000"/>
              <a:gd name="connsiteX3" fmla="*/ 3823504 w 12191999"/>
              <a:gd name="connsiteY3" fmla="*/ 2430682 h 6858000"/>
              <a:gd name="connsiteX4" fmla="*/ 3823504 w 12191999"/>
              <a:gd name="connsiteY4" fmla="*/ 6335120 h 6858000"/>
              <a:gd name="connsiteX5" fmla="*/ 12191999 w 12191999"/>
              <a:gd name="connsiteY5" fmla="*/ 633512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2430682"/>
                </a:lnTo>
                <a:lnTo>
                  <a:pt x="3823504" y="2430682"/>
                </a:lnTo>
                <a:lnTo>
                  <a:pt x="3823504" y="6335120"/>
                </a:lnTo>
                <a:lnTo>
                  <a:pt x="12191999" y="633512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208" y="2870519"/>
            <a:ext cx="7252505" cy="891250"/>
          </a:xfrm>
        </p:spPr>
        <p:txBody>
          <a:bodyPr rtlCol="0"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3209" y="3958542"/>
            <a:ext cx="7252504" cy="338549"/>
          </a:xfrm>
        </p:spPr>
        <p:txBody>
          <a:bodyPr rtlCol="0"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EL SUBTÍTULO SE ESCRIBE AQUÍ</a:t>
            </a:r>
          </a:p>
        </p:txBody>
      </p:sp>
      <p:sp>
        <p:nvSpPr>
          <p:cNvPr id="10" name="Forma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4788658" y="2817190"/>
            <a:ext cx="0" cy="193031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</p:spTree>
    <p:extLst>
      <p:ext uri="{BB962C8B-B14F-4D97-AF65-F5344CB8AC3E}">
        <p14:creationId xmlns:p14="http://schemas.microsoft.com/office/powerpoint/2010/main" val="4235650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e diapositiv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B652B907-27B2-46E0-B157-E5617EF04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553196"/>
              <a:gd name="connsiteX1" fmla="*/ 12191999 w 12191999"/>
              <a:gd name="connsiteY1" fmla="*/ 0 h 6553196"/>
              <a:gd name="connsiteX2" fmla="*/ 12191999 w 12191999"/>
              <a:gd name="connsiteY2" fmla="*/ 6553196 h 6553196"/>
              <a:gd name="connsiteX3" fmla="*/ 9099630 w 12191999"/>
              <a:gd name="connsiteY3" fmla="*/ 6553196 h 6553196"/>
              <a:gd name="connsiteX4" fmla="*/ 9099630 w 12191999"/>
              <a:gd name="connsiteY4" fmla="*/ 2953562 h 6553196"/>
              <a:gd name="connsiteX5" fmla="*/ 731134 w 12191999"/>
              <a:gd name="connsiteY5" fmla="*/ 2953562 h 6553196"/>
              <a:gd name="connsiteX6" fmla="*/ 731134 w 12191999"/>
              <a:gd name="connsiteY6" fmla="*/ 6553196 h 6553196"/>
              <a:gd name="connsiteX7" fmla="*/ 0 w 12191999"/>
              <a:gd name="connsiteY7" fmla="*/ 6553196 h 655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553196">
                <a:moveTo>
                  <a:pt x="0" y="0"/>
                </a:moveTo>
                <a:lnTo>
                  <a:pt x="12191999" y="0"/>
                </a:lnTo>
                <a:lnTo>
                  <a:pt x="12191999" y="6553196"/>
                </a:lnTo>
                <a:lnTo>
                  <a:pt x="9099630" y="6553196"/>
                </a:lnTo>
                <a:lnTo>
                  <a:pt x="9099630" y="2953562"/>
                </a:lnTo>
                <a:lnTo>
                  <a:pt x="731134" y="2953562"/>
                </a:lnTo>
                <a:lnTo>
                  <a:pt x="731134" y="6553196"/>
                </a:lnTo>
                <a:lnTo>
                  <a:pt x="0" y="655319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noAutofit/>
          </a:bodyPr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1AEE170-55AC-411A-B257-BD682DE71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0164" y="3379810"/>
            <a:ext cx="7252505" cy="891250"/>
          </a:xfrm>
        </p:spPr>
        <p:txBody>
          <a:bodyPr rtlCol="0" anchor="t">
            <a:noAutofit/>
          </a:bodyPr>
          <a:lstStyle>
            <a:lvl1pPr algn="l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92D701DC-3803-4D06-BFB3-A9F78E4022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165" y="4467833"/>
            <a:ext cx="7252504" cy="338549"/>
          </a:xfrm>
        </p:spPr>
        <p:txBody>
          <a:bodyPr rtlCol="0">
            <a:normAutofit/>
          </a:bodyPr>
          <a:lstStyle>
            <a:lvl1pPr marL="0" indent="0" algn="l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EL SUBTÍTULO SE ESCRIBE AQUÍ</a:t>
            </a:r>
          </a:p>
        </p:txBody>
      </p:sp>
      <p:sp>
        <p:nvSpPr>
          <p:cNvPr id="9" name="Forma 62">
            <a:extLst>
              <a:ext uri="{FF2B5EF4-FFF2-40B4-BE49-F238E27FC236}">
                <a16:creationId xmlns:a16="http://schemas.microsoft.com/office/drawing/2014/main" id="{71FB5177-8D30-4482-99E2-8BFEB1D37D9E}"/>
              </a:ext>
            </a:extLst>
          </p:cNvPr>
          <p:cNvSpPr/>
          <p:nvPr userDrawn="1"/>
        </p:nvSpPr>
        <p:spPr>
          <a:xfrm rot="16200000" flipV="1">
            <a:off x="1285385" y="3006251"/>
            <a:ext cx="0" cy="257077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l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</p:spTree>
    <p:extLst>
      <p:ext uri="{BB962C8B-B14F-4D97-AF65-F5344CB8AC3E}">
        <p14:creationId xmlns:p14="http://schemas.microsoft.com/office/powerpoint/2010/main" val="934178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275389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 rtl="0"/>
            <a:r>
              <a:rPr lang="es-ES" noProof="0"/>
              <a:t>Agenda</a:t>
            </a:r>
          </a:p>
        </p:txBody>
      </p:sp>
      <p:sp>
        <p:nvSpPr>
          <p:cNvPr id="29" name="Marcador de posición de imagen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4413" y="812800"/>
            <a:ext cx="3557587" cy="5232400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Marcador de texto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55313" y="879710"/>
            <a:ext cx="4294206" cy="75565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3" name="Marcador de texto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5313" y="1956155"/>
            <a:ext cx="4294206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4" name="Marcador de texto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5313" y="3032600"/>
            <a:ext cx="4294206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5" name="Marcador de texto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313" y="4109045"/>
            <a:ext cx="4294206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6" name="Marcador de texto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55313" y="5185490"/>
            <a:ext cx="4294206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42" name="Forma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</p:spTree>
    <p:extLst>
      <p:ext uri="{BB962C8B-B14F-4D97-AF65-F5344CB8AC3E}">
        <p14:creationId xmlns:p14="http://schemas.microsoft.com/office/powerpoint/2010/main" val="122606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356412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 rtl="0"/>
            <a:r>
              <a:rPr lang="es-ES" noProof="0"/>
              <a:t>Agenda</a:t>
            </a:r>
          </a:p>
        </p:txBody>
      </p:sp>
      <p:sp>
        <p:nvSpPr>
          <p:cNvPr id="29" name="Marcador de posición de imagen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137" y="2225040"/>
            <a:ext cx="3557587" cy="366802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Marcador de texto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9432" y="2055335"/>
            <a:ext cx="4294206" cy="75565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3" name="Marcador de texto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59432" y="2782449"/>
            <a:ext cx="4294206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4" name="Marcador de texto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9432" y="4352427"/>
            <a:ext cx="4294206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5" name="Marcador de texto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59432" y="3567438"/>
            <a:ext cx="4294206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6" name="Marcador de texto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9432" y="5137415"/>
            <a:ext cx="4294206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42" name="Forma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2F3CED5-D6C7-4A0B-B731-FDB78F4E3341}"/>
              </a:ext>
            </a:extLst>
          </p:cNvPr>
          <p:cNvSpPr/>
          <p:nvPr userDrawn="1"/>
        </p:nvSpPr>
        <p:spPr>
          <a:xfrm>
            <a:off x="3778137" y="0"/>
            <a:ext cx="3586162" cy="2059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9504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239803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 rtl="0"/>
            <a:r>
              <a:rPr lang="es-ES" noProof="0"/>
              <a:t>Agenda</a:t>
            </a:r>
          </a:p>
        </p:txBody>
      </p:sp>
      <p:sp>
        <p:nvSpPr>
          <p:cNvPr id="29" name="Marcador de posición de imagen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4413" y="812800"/>
            <a:ext cx="3557587" cy="5232400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Marcador de texto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6854" y="879710"/>
            <a:ext cx="3983858" cy="75565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3" name="Marcador de texto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6854" y="1956155"/>
            <a:ext cx="3983858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4" name="Marcador de texto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6854" y="3032600"/>
            <a:ext cx="3983858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5" name="Marcador de texto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6854" y="4109045"/>
            <a:ext cx="3983858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6" name="Marcador de texto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6854" y="5185490"/>
            <a:ext cx="3983858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Haga clic para editar el patrón </a:t>
            </a:r>
            <a:br>
              <a:rPr lang="es-ES" noProof="0"/>
            </a:br>
            <a:r>
              <a:rPr lang="es-ES" noProof="0"/>
              <a:t>estilos de texto</a:t>
            </a:r>
          </a:p>
        </p:txBody>
      </p:sp>
      <p:sp>
        <p:nvSpPr>
          <p:cNvPr id="37" name="Marcador de texto 30">
            <a:extLst>
              <a:ext uri="{FF2B5EF4-FFF2-40B4-BE49-F238E27FC236}">
                <a16:creationId xmlns:a16="http://schemas.microsoft.com/office/drawing/2014/main" id="{2D435A30-7C8E-4847-B027-91CBFA1592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7730" y="879710"/>
            <a:ext cx="741082" cy="755650"/>
          </a:xfrm>
        </p:spPr>
        <p:txBody>
          <a:bodyPr rIns="0" rtlCol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1</a:t>
            </a:r>
          </a:p>
        </p:txBody>
      </p:sp>
      <p:sp>
        <p:nvSpPr>
          <p:cNvPr id="38" name="Marcador de texto 30">
            <a:extLst>
              <a:ext uri="{FF2B5EF4-FFF2-40B4-BE49-F238E27FC236}">
                <a16:creationId xmlns:a16="http://schemas.microsoft.com/office/drawing/2014/main" id="{819BB324-34C6-4FF7-8780-D294AC6EC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7730" y="1956155"/>
            <a:ext cx="741082" cy="755650"/>
          </a:xfrm>
        </p:spPr>
        <p:txBody>
          <a:bodyPr rIns="0" rtlCol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2</a:t>
            </a:r>
          </a:p>
        </p:txBody>
      </p:sp>
      <p:sp>
        <p:nvSpPr>
          <p:cNvPr id="39" name="Marcador de texto 30">
            <a:extLst>
              <a:ext uri="{FF2B5EF4-FFF2-40B4-BE49-F238E27FC236}">
                <a16:creationId xmlns:a16="http://schemas.microsoft.com/office/drawing/2014/main" id="{43B3C496-FB0A-4924-A341-696D17E2D9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27730" y="3032600"/>
            <a:ext cx="741082" cy="755650"/>
          </a:xfrm>
        </p:spPr>
        <p:txBody>
          <a:bodyPr rIns="0" rtlCol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3</a:t>
            </a:r>
          </a:p>
        </p:txBody>
      </p:sp>
      <p:sp>
        <p:nvSpPr>
          <p:cNvPr id="40" name="Marcador de texto 30">
            <a:extLst>
              <a:ext uri="{FF2B5EF4-FFF2-40B4-BE49-F238E27FC236}">
                <a16:creationId xmlns:a16="http://schemas.microsoft.com/office/drawing/2014/main" id="{FEACD5FF-800E-4BB0-82F3-2E0AEF1215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27730" y="4109045"/>
            <a:ext cx="741082" cy="755650"/>
          </a:xfrm>
        </p:spPr>
        <p:txBody>
          <a:bodyPr rIns="0" rtlCol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4</a:t>
            </a:r>
          </a:p>
        </p:txBody>
      </p:sp>
      <p:sp>
        <p:nvSpPr>
          <p:cNvPr id="41" name="Marcador de texto 30">
            <a:extLst>
              <a:ext uri="{FF2B5EF4-FFF2-40B4-BE49-F238E27FC236}">
                <a16:creationId xmlns:a16="http://schemas.microsoft.com/office/drawing/2014/main" id="{58B97284-E1BE-4DCD-9CC1-C441D1A857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27730" y="5185490"/>
            <a:ext cx="741082" cy="755650"/>
          </a:xfrm>
        </p:spPr>
        <p:txBody>
          <a:bodyPr rIns="0" rtlCol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/>
              <a:t>5</a:t>
            </a:r>
          </a:p>
        </p:txBody>
      </p:sp>
      <p:sp>
        <p:nvSpPr>
          <p:cNvPr id="42" name="Forma 62">
            <a:extLst>
              <a:ext uri="{FF2B5EF4-FFF2-40B4-BE49-F238E27FC236}">
                <a16:creationId xmlns:a16="http://schemas.microsoft.com/office/drawing/2014/main" id="{79517603-8FAC-41C9-B5BE-3F8BA7D93CE6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</p:spTree>
    <p:extLst>
      <p:ext uri="{BB962C8B-B14F-4D97-AF65-F5344CB8AC3E}">
        <p14:creationId xmlns:p14="http://schemas.microsoft.com/office/powerpoint/2010/main" val="4283145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643" y="1691472"/>
            <a:ext cx="4385841" cy="1325563"/>
          </a:xfrm>
        </p:spPr>
        <p:txBody>
          <a:bodyPr rtlCol="0" anchor="b"/>
          <a:lstStyle>
            <a:lvl1pPr algn="r">
              <a:defRPr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00437"/>
            <a:ext cx="12192000" cy="3357563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69843" y="1690688"/>
            <a:ext cx="4155432" cy="1325562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69843" y="1227698"/>
            <a:ext cx="4155432" cy="382749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84934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1193765"/>
            <a:ext cx="4385841" cy="1325563"/>
          </a:xfrm>
        </p:spPr>
        <p:txBody>
          <a:bodyPr rtlCol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947" y="2632337"/>
            <a:ext cx="4385841" cy="3357563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rtlCol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agregar un título aquí</a:t>
            </a: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 rtl="0">
              <a:buNone/>
            </a:pPr>
            <a:r>
              <a:rPr lang="es-ES" noProof="0"/>
              <a:t>Haga clic para agregar un título aquí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0525" y="2944813"/>
            <a:ext cx="3046413" cy="3044825"/>
          </a:xfrm>
        </p:spPr>
        <p:txBody>
          <a:bodyPr lIns="0" tIns="72000" rtlCol="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0" name="Marcador de posición de texto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69606" y="2944813"/>
            <a:ext cx="3023149" cy="3044825"/>
          </a:xfrm>
        </p:spPr>
        <p:txBody>
          <a:bodyPr lIns="0" tIns="72000" rtlCol="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114414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525" y="1193765"/>
            <a:ext cx="6322230" cy="1325563"/>
          </a:xfrm>
        </p:spPr>
        <p:txBody>
          <a:bodyPr lIns="0" rtlCol="0" anchor="b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193765"/>
            <a:ext cx="5230788" cy="479613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rtlCol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agregar un título aquí</a:t>
            </a: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 rtl="0">
              <a:buNone/>
            </a:pPr>
            <a:r>
              <a:rPr lang="es-ES" noProof="0"/>
              <a:t>Haga clic para agregar un título aquí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0525" y="2944813"/>
            <a:ext cx="3046413" cy="3044825"/>
          </a:xfrm>
        </p:spPr>
        <p:txBody>
          <a:bodyPr lIns="0" tIns="72000" rtlCol="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0" name="Marcador de posición de texto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69606" y="2944813"/>
            <a:ext cx="3023149" cy="3044825"/>
          </a:xfrm>
        </p:spPr>
        <p:txBody>
          <a:bodyPr lIns="0" tIns="72000" rtlCol="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616603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009"/>
            <a:ext cx="3416928" cy="2884911"/>
          </a:xfrm>
        </p:spPr>
        <p:txBody>
          <a:bodyPr lIns="0" rtlCol="0" anchor="t">
            <a:normAutofit/>
          </a:bodyPr>
          <a:lstStyle>
            <a:lvl1pPr algn="r"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10875" y="1809009"/>
            <a:ext cx="3686025" cy="382749"/>
          </a:xfrm>
        </p:spPr>
        <p:txBody>
          <a:bodyPr lIns="0" rtlCol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agregar un título aquí</a:t>
            </a: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2175" y="1809009"/>
            <a:ext cx="3658010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 rtl="0">
              <a:buNone/>
            </a:pPr>
            <a:r>
              <a:rPr lang="es-ES" noProof="0"/>
              <a:t>Haga clic para agregar un título aquí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10572" y="2213293"/>
            <a:ext cx="3686159" cy="3044825"/>
          </a:xfrm>
        </p:spPr>
        <p:txBody>
          <a:bodyPr lIns="0" tIns="72000" rtlCol="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0" name="Marcador de posición de texto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2175" y="2213293"/>
            <a:ext cx="3658010" cy="3044825"/>
          </a:xfrm>
        </p:spPr>
        <p:txBody>
          <a:bodyPr lIns="0" tIns="72000" rtlCol="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15506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87089"/>
            <a:ext cx="4297212" cy="3449109"/>
          </a:xfr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>
              <a:defRPr lang="en-US" sz="4000" dirty="0">
                <a:latin typeface="+mj-lt"/>
              </a:defRPr>
            </a:lvl1pPr>
          </a:lstStyle>
          <a:p>
            <a:pPr marL="0" lvl="0" algn="r" rtl="0"/>
            <a:r>
              <a:rPr lang="es-ES" noProof="0"/>
              <a:t>Haga clic para modificar el título del patrón </a:t>
            </a:r>
            <a:br>
              <a:rPr lang="es-ES" noProof="0"/>
            </a:br>
            <a:r>
              <a:rPr lang="es-ES" noProof="0"/>
              <a:t>estilo</a:t>
            </a: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8750" y="1687089"/>
            <a:ext cx="3686025" cy="382749"/>
          </a:xfrm>
        </p:spPr>
        <p:txBody>
          <a:bodyPr lIns="0" rtlCol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agregar un título aquí</a:t>
            </a: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2175" y="1687089"/>
            <a:ext cx="3658010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latin typeface="+mn-lt"/>
              </a:defRPr>
            </a:lvl1pPr>
          </a:lstStyle>
          <a:p>
            <a:pPr marL="228600" lvl="0" indent="-228600" rtl="0"/>
            <a:r>
              <a:rPr lang="es-ES" noProof="0"/>
              <a:t>Haga clic para agregar un título aquí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447" y="2091373"/>
            <a:ext cx="3686159" cy="3044825"/>
          </a:xfrm>
        </p:spPr>
        <p:txBody>
          <a:bodyPr lIns="0" tIns="72000" rtlCol="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0" name="Marcador de posición de texto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2175" y="2091373"/>
            <a:ext cx="3658010" cy="3044825"/>
          </a:xfrm>
        </p:spPr>
        <p:txBody>
          <a:bodyPr lIns="0" tIns="72000" rtlCol="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Forma 62">
            <a:extLst>
              <a:ext uri="{FF2B5EF4-FFF2-40B4-BE49-F238E27FC236}">
                <a16:creationId xmlns:a16="http://schemas.microsoft.com/office/drawing/2014/main" id="{22325F4A-8191-45D3-B031-5847B1E4B3AA}"/>
              </a:ext>
            </a:extLst>
          </p:cNvPr>
          <p:cNvSpPr/>
          <p:nvPr userDrawn="1"/>
        </p:nvSpPr>
        <p:spPr>
          <a:xfrm rot="16200000" flipV="1">
            <a:off x="3332057" y="133183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EEF041-4EFF-410A-AFB4-25A65B462B2D}"/>
              </a:ext>
            </a:extLst>
          </p:cNvPr>
          <p:cNvSpPr/>
          <p:nvPr userDrawn="1"/>
        </p:nvSpPr>
        <p:spPr>
          <a:xfrm>
            <a:off x="12087828" y="1675514"/>
            <a:ext cx="115747" cy="34491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4490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1687090"/>
            <a:ext cx="4568750" cy="1721802"/>
          </a:xfrm>
          <a:noFill/>
        </p:spPr>
        <p:txBody>
          <a:bodyPr lIns="0" rIns="324000" rtlCol="0" anchor="ctr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  <a:br>
              <a:rPr lang="es-ES" noProof="0"/>
            </a:br>
            <a:r>
              <a:rPr lang="es-ES" noProof="0"/>
              <a:t>Estilo del título del patrón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-1" y="3408891"/>
            <a:ext cx="12203575" cy="3449109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 rtl="0"/>
            <a:endParaRPr lang="es-ES" noProof="0">
              <a:latin typeface="+mn-lt"/>
            </a:endParaRP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8750" y="3666354"/>
            <a:ext cx="3448800" cy="382749"/>
          </a:xfrm>
        </p:spPr>
        <p:txBody>
          <a:bodyPr lIns="0" rtlCol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agregar un título aquí</a:t>
            </a: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4055" y="3666354"/>
            <a:ext cx="3450265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latin typeface="+mn-lt"/>
              </a:defRPr>
            </a:lvl1pPr>
          </a:lstStyle>
          <a:p>
            <a:pPr marL="228600" lvl="0" indent="-228600" rtl="0"/>
            <a:r>
              <a:rPr lang="es-ES" noProof="0"/>
              <a:t>Haga clic para agregar un título aquí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447" y="4070639"/>
            <a:ext cx="3448800" cy="2253961"/>
          </a:xfrm>
        </p:spPr>
        <p:txBody>
          <a:bodyPr lIns="0" tIns="72000" rtlCol="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0" name="Marcador de posición de texto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54055" y="4070639"/>
            <a:ext cx="3450265" cy="2253961"/>
          </a:xfrm>
        </p:spPr>
        <p:txBody>
          <a:bodyPr lIns="0" tIns="72000" rtlCol="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Forma 62">
            <a:extLst>
              <a:ext uri="{FF2B5EF4-FFF2-40B4-BE49-F238E27FC236}">
                <a16:creationId xmlns:a16="http://schemas.microsoft.com/office/drawing/2014/main" id="{DADD8B14-6C18-4FC5-89FD-62D525A444DB}"/>
              </a:ext>
            </a:extLst>
          </p:cNvPr>
          <p:cNvSpPr/>
          <p:nvPr userDrawn="1"/>
        </p:nvSpPr>
        <p:spPr>
          <a:xfrm rot="16200000" flipV="1">
            <a:off x="3332057" y="729943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09156155-C47D-47A0-A08D-DCAC4D742D3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14412" y="3805254"/>
            <a:ext cx="1935925" cy="1854770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007210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1193765"/>
            <a:ext cx="4385841" cy="1325563"/>
          </a:xfrm>
        </p:spPr>
        <p:txBody>
          <a:bodyPr rtlCol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947" y="2632337"/>
            <a:ext cx="4385841" cy="3357563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0816" y="2944854"/>
            <a:ext cx="3046302" cy="3045045"/>
          </a:xfrm>
        </p:spPr>
        <p:txBody>
          <a:bodyPr l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rtlCol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agregar un título aquí</a:t>
            </a:r>
          </a:p>
        </p:txBody>
      </p:sp>
      <p:sp>
        <p:nvSpPr>
          <p:cNvPr id="6" name="Marcador de texto 6">
            <a:extLst>
              <a:ext uri="{FF2B5EF4-FFF2-40B4-BE49-F238E27FC236}">
                <a16:creationId xmlns:a16="http://schemas.microsoft.com/office/drawing/2014/main" id="{B2C5FA2F-DD81-4A72-AB26-A4C663724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9607" y="2944854"/>
            <a:ext cx="3046302" cy="3045045"/>
          </a:xfrm>
        </p:spPr>
        <p:txBody>
          <a:bodyPr l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lIns="0" rtlCol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agregar un título aquí</a:t>
            </a:r>
          </a:p>
        </p:txBody>
      </p:sp>
    </p:spTree>
    <p:extLst>
      <p:ext uri="{BB962C8B-B14F-4D97-AF65-F5344CB8AC3E}">
        <p14:creationId xmlns:p14="http://schemas.microsoft.com/office/powerpoint/2010/main" val="39708105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8658" y="836271"/>
            <a:ext cx="4263342" cy="5185458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7597" y="836271"/>
            <a:ext cx="4262400" cy="5185458"/>
          </a:xfrm>
          <a:solidFill>
            <a:schemeClr val="accent2"/>
          </a:solidFill>
        </p:spPr>
        <p:txBody>
          <a:bodyPr lIns="252000" tIns="144000" rIns="14400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033" y="1659770"/>
            <a:ext cx="2558005" cy="1325563"/>
          </a:xfrm>
        </p:spPr>
        <p:txBody>
          <a:bodyPr rtlCol="0" anchor="t"/>
          <a:lstStyle>
            <a:lvl1pPr algn="r">
              <a:defRPr>
                <a:latin typeface="+mj-lt"/>
              </a:defRPr>
            </a:lvl1pPr>
          </a:lstStyle>
          <a:p>
            <a:pPr rtl="0"/>
            <a:r>
              <a:rPr lang="es-ES" noProof="0"/>
              <a:t>Haga clic para </a:t>
            </a:r>
            <a:br>
              <a:rPr lang="es-ES" noProof="0"/>
            </a:br>
            <a:r>
              <a:rPr lang="es-ES" noProof="0"/>
              <a:t>Agregar título</a:t>
            </a:r>
          </a:p>
        </p:txBody>
      </p:sp>
      <p:sp>
        <p:nvSpPr>
          <p:cNvPr id="6" name="Forma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</p:spTree>
    <p:extLst>
      <p:ext uri="{BB962C8B-B14F-4D97-AF65-F5344CB8AC3E}">
        <p14:creationId xmlns:p14="http://schemas.microsoft.com/office/powerpoint/2010/main" val="32174074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3206186"/>
            <a:ext cx="12192000" cy="3651813"/>
          </a:xfrm>
          <a:solidFill>
            <a:schemeClr val="accent2"/>
          </a:solidFill>
        </p:spPr>
        <p:txBody>
          <a:bodyPr lIns="5400000" tIns="216000" rIns="180000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8053" y="1775520"/>
            <a:ext cx="6435524" cy="1325563"/>
          </a:xfrm>
        </p:spPr>
        <p:txBody>
          <a:bodyPr rtlCol="0" anchor="b"/>
          <a:lstStyle>
            <a:lvl1pPr algn="l">
              <a:defRPr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1836" y="836271"/>
            <a:ext cx="3523423" cy="5185458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997227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8052" y="3206186"/>
            <a:ext cx="6435525" cy="2815543"/>
          </a:xfrm>
          <a:noFill/>
          <a:ln>
            <a:noFill/>
          </a:ln>
        </p:spPr>
        <p:txBody>
          <a:bodyPr lIns="0" tIns="216000" rIns="180000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8053" y="1775520"/>
            <a:ext cx="6435524" cy="1325563"/>
          </a:xfrm>
        </p:spPr>
        <p:txBody>
          <a:bodyPr lIns="0" rtlCol="0" anchor="b"/>
          <a:lstStyle>
            <a:lvl1pPr algn="l">
              <a:defRPr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36271"/>
            <a:ext cx="3657059" cy="5185458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583128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45620" y="3428990"/>
            <a:ext cx="7446380" cy="3429009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59770"/>
            <a:ext cx="3085618" cy="1325563"/>
          </a:xfrm>
        </p:spPr>
        <p:txBody>
          <a:bodyPr lIns="0" rtlCol="0" anchor="t"/>
          <a:lstStyle>
            <a:lvl1pPr algn="l">
              <a:defRPr>
                <a:latin typeface="+mj-lt"/>
              </a:defRPr>
            </a:lvl1pPr>
          </a:lstStyle>
          <a:p>
            <a:pPr rtl="0"/>
            <a:r>
              <a:rPr lang="es-ES" noProof="0"/>
              <a:t>Haga clic para </a:t>
            </a:r>
            <a:br>
              <a:rPr lang="es-ES" noProof="0"/>
            </a:br>
            <a:r>
              <a:rPr lang="es-ES" noProof="0"/>
              <a:t>Agregar título</a:t>
            </a:r>
          </a:p>
        </p:txBody>
      </p:sp>
      <p:sp>
        <p:nvSpPr>
          <p:cNvPr id="6" name="Forma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F8596F-E730-47C4-86C3-F4A9B3F78268}"/>
              </a:ext>
            </a:extLst>
          </p:cNvPr>
          <p:cNvSpPr/>
          <p:nvPr userDrawn="1"/>
        </p:nvSpPr>
        <p:spPr>
          <a:xfrm>
            <a:off x="4745620" y="0"/>
            <a:ext cx="7446380" cy="3428990"/>
          </a:xfrm>
          <a:prstGeom prst="rect">
            <a:avLst/>
          </a:prstGeom>
          <a:solidFill>
            <a:schemeClr val="accent2"/>
          </a:solidFill>
        </p:spPr>
        <p:txBody>
          <a:bodyPr vert="horz" lIns="252000" tIns="144000" rIns="144000" bIns="45720" rtlCol="0">
            <a:noAutofit/>
          </a:bodyPr>
          <a:lstStyle/>
          <a:p>
            <a:pPr lvl="0" indent="0" rt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s-ES" sz="1400" b="0" i="0" noProof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2E0AB4DF-4264-4631-9A72-72B25F9BEE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9078" y="987207"/>
            <a:ext cx="2837822" cy="382749"/>
          </a:xfrm>
        </p:spPr>
        <p:txBody>
          <a:bodyPr lIns="0" tIns="0" rtlCol="0" anchor="t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agregar un título aquí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0E3F0CD0-D764-45BB-9798-E9046593B3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1371" y="987208"/>
            <a:ext cx="3501106" cy="1397178"/>
          </a:xfrm>
        </p:spPr>
        <p:txBody>
          <a:bodyPr lIns="0" t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363622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0"/>
            <a:ext cx="113538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F92C0C-7E68-45AE-8824-6858C6874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566452"/>
            <a:ext cx="5007015" cy="1440000"/>
          </a:xfrm>
          <a:solidFill>
            <a:schemeClr val="bg1"/>
          </a:solidFill>
        </p:spPr>
        <p:txBody>
          <a:bodyPr lIns="216000" rtlCol="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  <a:br>
              <a:rPr lang="es-ES" noProof="0"/>
            </a:br>
            <a:r>
              <a:rPr lang="es-ES" noProof="0"/>
              <a:t>Estilo del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953602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0"/>
            <a:ext cx="113538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9A10FA-D831-43AB-9DF1-EDB14480E3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-1478756"/>
            <a:ext cx="4572000" cy="1189037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Diapositiva de título</a:t>
            </a:r>
          </a:p>
        </p:txBody>
      </p:sp>
    </p:spTree>
    <p:extLst>
      <p:ext uri="{BB962C8B-B14F-4D97-AF65-F5344CB8AC3E}">
        <p14:creationId xmlns:p14="http://schemas.microsoft.com/office/powerpoint/2010/main" val="26320271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Título 4">
            <a:extLst>
              <a:ext uri="{FF2B5EF4-FFF2-40B4-BE49-F238E27FC236}">
                <a16:creationId xmlns:a16="http://schemas.microsoft.com/office/drawing/2014/main" id="{7FBD120B-8377-4641-9618-9DD68265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05635"/>
            <a:ext cx="5845215" cy="1440000"/>
          </a:xfrm>
          <a:solidFill>
            <a:schemeClr val="bg1"/>
          </a:solidFill>
        </p:spPr>
        <p:txBody>
          <a:bodyPr lIns="792000" rtlCol="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597402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9559417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Título 4">
            <a:extLst>
              <a:ext uri="{FF2B5EF4-FFF2-40B4-BE49-F238E27FC236}">
                <a16:creationId xmlns:a16="http://schemas.microsoft.com/office/drawing/2014/main" id="{8DF09845-7890-4D10-A53B-2A4D0531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solidFill>
            <a:schemeClr val="bg1"/>
          </a:solidFill>
        </p:spPr>
        <p:txBody>
          <a:bodyPr lIns="0" rtlCol="0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61472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1259541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1"/>
            <a:ext cx="11353800" cy="554736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Título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solidFill>
            <a:schemeClr val="bg1"/>
          </a:solidFill>
        </p:spPr>
        <p:txBody>
          <a:bodyPr lIns="0" rtlCol="0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136611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53441"/>
            <a:ext cx="11353800" cy="515111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9089884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14209" y="1203769"/>
            <a:ext cx="9563582" cy="5060062"/>
          </a:xfrm>
          <a:solidFill>
            <a:schemeClr val="bg1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Título 4">
            <a:extLst>
              <a:ext uri="{FF2B5EF4-FFF2-40B4-BE49-F238E27FC236}">
                <a16:creationId xmlns:a16="http://schemas.microsoft.com/office/drawing/2014/main" id="{F595BB60-922F-4254-AD20-DEA3FA4B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208" y="339162"/>
            <a:ext cx="9563581" cy="823070"/>
          </a:xfrm>
          <a:noFill/>
        </p:spPr>
        <p:txBody>
          <a:bodyPr lIns="0" rtlCol="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234657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030" y="747000"/>
            <a:ext cx="10519940" cy="5364000"/>
          </a:xfrm>
          <a:solidFill>
            <a:schemeClr val="bg1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5622677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6640" y="0"/>
            <a:ext cx="1137043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7634288" cy="1325563"/>
          </a:xfrm>
        </p:spPr>
        <p:txBody>
          <a:bodyPr rtlCol="0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Encabezado de sección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719574"/>
            <a:ext cx="2489200" cy="3124200"/>
          </a:xfrm>
        </p:spPr>
        <p:txBody>
          <a:bodyPr tIns="0" bIns="0" rtlCol="0" anchor="b">
            <a:noAutofit/>
          </a:bodyPr>
          <a:lstStyle>
            <a:lvl1pPr marL="0" indent="0" algn="r">
              <a:buNone/>
              <a:defRPr sz="3000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48043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seño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5831840" y="0"/>
            <a:ext cx="552195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1525"/>
            <a:ext cx="4699000" cy="1694180"/>
          </a:xfrm>
        </p:spPr>
        <p:txBody>
          <a:bodyPr lIns="0" rtlCol="0" anchor="t">
            <a:noAutofit/>
          </a:bodyPr>
          <a:lstStyle>
            <a:lvl1pPr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Sección </a:t>
            </a:r>
            <a:br>
              <a:rPr lang="es-ES" noProof="0"/>
            </a:br>
            <a:r>
              <a:rPr lang="es-ES" noProof="0"/>
              <a:t>Encabezado</a:t>
            </a:r>
          </a:p>
        </p:txBody>
      </p:sp>
      <p:sp>
        <p:nvSpPr>
          <p:cNvPr id="18" name="Marcador de texto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554447"/>
            <a:ext cx="2489200" cy="3124198"/>
          </a:xfrm>
        </p:spPr>
        <p:txBody>
          <a:bodyPr bIns="0" rtlCol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17688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seño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1" y="0"/>
            <a:ext cx="70561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1525"/>
            <a:ext cx="5257800" cy="1694180"/>
          </a:xfrm>
        </p:spPr>
        <p:txBody>
          <a:bodyPr lIns="0" rtlCol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Encabezado de sección</a:t>
            </a:r>
          </a:p>
        </p:txBody>
      </p:sp>
      <p:sp>
        <p:nvSpPr>
          <p:cNvPr id="18" name="Marcador de texto 3">
            <a:extLst>
              <a:ext uri="{FF2B5EF4-FFF2-40B4-BE49-F238E27FC236}">
                <a16:creationId xmlns:a16="http://schemas.microsoft.com/office/drawing/2014/main" id="{88BD7D8D-4534-4674-90CD-5444E7502E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2636" y="4463007"/>
            <a:ext cx="2489200" cy="3124198"/>
          </a:xfrm>
        </p:spPr>
        <p:txBody>
          <a:bodyPr bIns="0" rtlCol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lumMod val="85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496879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iseño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3">
            <a:extLst>
              <a:ext uri="{FF2B5EF4-FFF2-40B4-BE49-F238E27FC236}">
                <a16:creationId xmlns:a16="http://schemas.microsoft.com/office/drawing/2014/main" id="{FC75DEA4-0A76-480D-A95E-49B8E0DD97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5647" y="3145492"/>
            <a:ext cx="2489200" cy="3124198"/>
          </a:xfrm>
        </p:spPr>
        <p:txBody>
          <a:bodyPr bIns="0" rtlCol="0" anchor="b">
            <a:noAutofit/>
          </a:bodyPr>
          <a:lstStyle>
            <a:lvl1pPr marL="0" indent="0" algn="l">
              <a:buNone/>
              <a:defRPr sz="25000">
                <a:solidFill>
                  <a:srgbClr val="5DAAB0">
                    <a:alpha val="20000"/>
                  </a:srgb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1394370"/>
            <a:ext cx="7056121" cy="40692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1934210"/>
            <a:ext cx="5273040" cy="1694180"/>
          </a:xfrm>
        </p:spPr>
        <p:txBody>
          <a:bodyPr lIns="0" rtlCol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Encabezado de sección</a:t>
            </a:r>
          </a:p>
        </p:txBody>
      </p:sp>
    </p:spTree>
    <p:extLst>
      <p:ext uri="{BB962C8B-B14F-4D97-AF65-F5344CB8AC3E}">
        <p14:creationId xmlns:p14="http://schemas.microsoft.com/office/powerpoint/2010/main" val="17935321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iseño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6640" y="1"/>
            <a:ext cx="12208639" cy="490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59" y="2691447"/>
            <a:ext cx="6272321" cy="1694180"/>
          </a:xfrm>
        </p:spPr>
        <p:txBody>
          <a:bodyPr lIns="0" rtlCol="0" anchor="b">
            <a:noAutofit/>
          </a:bodyPr>
          <a:lstStyle>
            <a:lvl1pPr algn="l">
              <a:defRPr sz="66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Cabecera de sección</a:t>
            </a:r>
          </a:p>
        </p:txBody>
      </p:sp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7A110188-91CF-42CE-9B0F-643DB15F9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1826" y="2613057"/>
            <a:ext cx="2489200" cy="3124198"/>
          </a:xfrm>
        </p:spPr>
        <p:txBody>
          <a:bodyPr bIns="0" rtlCol="0" anchor="b">
            <a:noAutofit/>
          </a:bodyPr>
          <a:lstStyle>
            <a:lvl1pPr marL="0" indent="0" algn="l">
              <a:buNone/>
              <a:defRPr sz="25000">
                <a:solidFill>
                  <a:srgbClr val="3B7579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630524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9791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6134100" y="0"/>
            <a:ext cx="6057900" cy="6857995"/>
          </a:xfrm>
          <a:prstGeom prst="rect">
            <a:avLst/>
          </a:prstGeom>
          <a:solidFill>
            <a:schemeClr val="accent2">
              <a:alpha val="99000"/>
            </a:schemeClr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 rtl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s-ES" sz="1400" b="0" i="0" spc="0" noProof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rtlCol="0" anchor="b"/>
          <a:lstStyle>
            <a:lvl1pPr>
              <a:defRPr b="1">
                <a:latin typeface="+mj-lt"/>
              </a:defRPr>
            </a:lvl1pPr>
          </a:lstStyle>
          <a:p>
            <a:pPr rtl="0"/>
            <a:r>
              <a:rPr lang="es-ES" noProof="0"/>
              <a:t>Haga clic para agregar el título de la diapositiva aquí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602887"/>
          </a:xfrm>
        </p:spPr>
        <p:txBody>
          <a:bodyPr lIns="0" rtlCol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SUBTÍTULO AQUÍ</a:t>
            </a:r>
          </a:p>
        </p:txBody>
      </p:sp>
      <p:sp>
        <p:nvSpPr>
          <p:cNvPr id="5" name="Forma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7422" y="1038724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rtlCol="0"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posición de imagen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7422" y="2330235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3" name="Marcador de posición de imagen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87422" y="3621746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7422" y="4913257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278528"/>
            <a:ext cx="4008438" cy="2560899"/>
          </a:xfrm>
        </p:spPr>
        <p:txBody>
          <a:bodyPr l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36849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64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0"/>
            <a:ext cx="6057900" cy="6857995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 rtl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s-ES" sz="1400" b="0" i="0" spc="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rtlCol="0" anchor="b"/>
          <a:lstStyle>
            <a:lvl1pPr>
              <a:defRPr b="1">
                <a:latin typeface="+mj-lt"/>
              </a:defRPr>
            </a:lvl1pPr>
          </a:lstStyle>
          <a:p>
            <a:pPr rtl="0"/>
            <a:r>
              <a:rPr lang="es-ES" noProof="0"/>
              <a:t>Haga clic para agregar el título de la diapositiva aquí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602887"/>
          </a:xfrm>
        </p:spPr>
        <p:txBody>
          <a:bodyPr lIns="0" rtlCol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SUBTÍTULO AQUÍ</a:t>
            </a:r>
          </a:p>
        </p:txBody>
      </p:sp>
      <p:sp>
        <p:nvSpPr>
          <p:cNvPr id="5" name="Forma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278528"/>
            <a:ext cx="4008438" cy="2560899"/>
          </a:xfrm>
        </p:spPr>
        <p:txBody>
          <a:bodyPr l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posición de imagen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rtlCol="0">
            <a:normAutofit/>
          </a:bodyPr>
          <a:lstStyle>
            <a:lvl1pPr>
              <a:defRPr sz="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1" name="Marcador de posición de imagen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22" name="Marcador de posición de imagen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23" name="Marcador de posición de imagen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144426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382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834DECF-152F-4E39-AD49-1ADCE9F759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41375" y="3097232"/>
            <a:ext cx="4008120" cy="2742196"/>
          </a:xfrm>
        </p:spPr>
        <p:txBody>
          <a:bodyPr rtlCol="0">
            <a:normAutofit/>
          </a:bodyPr>
          <a:lstStyle>
            <a:lvl1pPr>
              <a:defRPr sz="12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rtlCol="0" anchor="b"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pPr rtl="0"/>
            <a:r>
              <a:rPr lang="es-ES" noProof="0"/>
              <a:t>Haga clic para agregar </a:t>
            </a:r>
            <a:br>
              <a:rPr lang="es-ES" noProof="0"/>
            </a:br>
            <a:r>
              <a:rPr lang="es-ES" noProof="0"/>
              <a:t>Título de diapositiva aquí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375081"/>
          </a:xfrm>
        </p:spPr>
        <p:txBody>
          <a:bodyPr lIns="0" rtlCol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SUBTÍTULO AQUÍ</a:t>
            </a:r>
          </a:p>
        </p:txBody>
      </p:sp>
      <p:sp>
        <p:nvSpPr>
          <p:cNvPr id="5" name="Forma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posición de imagen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rtlCol="0">
            <a:normAutofit/>
          </a:bodyPr>
          <a:lstStyle>
            <a:lvl1pPr>
              <a:defRPr sz="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1" name="Marcador de posición de imagen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22" name="Marcador de posición de imagen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23" name="Marcador de posición de imagen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2192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3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3721472"/>
            <a:ext cx="12192000" cy="3136523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 rtl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s-ES" sz="1400" b="0" i="0" spc="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358610"/>
            <a:ext cx="10854914" cy="804759"/>
          </a:xfrm>
        </p:spPr>
        <p:txBody>
          <a:bodyPr lIns="0" rtlCol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pPr rtl="0"/>
            <a:r>
              <a:rPr lang="es-ES" noProof="0"/>
              <a:t>Haga clic para agregar el título de la diapositiva aquí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330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rtlCol="0">
            <a:normAutofit/>
          </a:bodyPr>
          <a:lstStyle>
            <a:lvl1pPr>
              <a:defRPr sz="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posición de imagen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060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3" name="Marcador de posición de imagen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5791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521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3920809"/>
            <a:ext cx="2469806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3923752"/>
            <a:ext cx="2469806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3920809"/>
            <a:ext cx="2469806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3916626"/>
            <a:ext cx="2469806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337302"/>
            <a:ext cx="10685257" cy="541483"/>
          </a:xfrm>
        </p:spPr>
        <p:txBody>
          <a:bodyPr lIns="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38410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1039330"/>
            <a:ext cx="10854914" cy="804759"/>
          </a:xfrm>
        </p:spPr>
        <p:txBody>
          <a:bodyPr lIns="0" rtlCol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pPr rtl="0"/>
            <a:r>
              <a:rPr lang="es-ES" noProof="0"/>
              <a:t>Haga clic para agregar el título de la diapositiva aquí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112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rtlCol="0"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posición de imagen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8842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3" name="Marcador de posición de imagen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3573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88303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4601529"/>
            <a:ext cx="2469806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4604472"/>
            <a:ext cx="2469806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4601529"/>
            <a:ext cx="2469806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4597346"/>
            <a:ext cx="2469806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018022"/>
            <a:ext cx="10685257" cy="541483"/>
          </a:xfrm>
        </p:spPr>
        <p:txBody>
          <a:bodyPr lIns="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2005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6134100" y="0"/>
            <a:ext cx="6057900" cy="6857995"/>
          </a:xfrm>
          <a:prstGeom prst="rect">
            <a:avLst/>
          </a:prstGeom>
          <a:solidFill>
            <a:srgbClr val="DFE3E9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 rtl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s-ES" sz="1400" b="0" i="0" spc="0" noProof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2234610"/>
            <a:ext cx="4008437" cy="1395208"/>
          </a:xfrm>
        </p:spPr>
        <p:txBody>
          <a:bodyPr lIns="0" rtlCol="0" anchor="b"/>
          <a:lstStyle>
            <a:lvl1pPr>
              <a:defRPr b="1">
                <a:latin typeface="+mj-lt"/>
              </a:defRPr>
            </a:lvl1pPr>
          </a:lstStyle>
          <a:p>
            <a:pPr rtl="0"/>
            <a:r>
              <a:rPr lang="es-ES" noProof="0"/>
              <a:t>Haga clic para agregar el título de la diapositiva aquí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3695479"/>
            <a:ext cx="4008437" cy="602887"/>
          </a:xfrm>
        </p:spPr>
        <p:txBody>
          <a:bodyPr lIns="0" rtlCol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SUBTÍTULO AQUÍ</a:t>
            </a:r>
          </a:p>
        </p:txBody>
      </p:sp>
      <p:sp>
        <p:nvSpPr>
          <p:cNvPr id="5" name="Forma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15261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7422" y="1038724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rtlCol="0"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posición de imagen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7422" y="2330235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3" name="Marcador de posición de imagen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87422" y="3621746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4" name="Marcador de posición de imagen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7422" y="4913257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94667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682" y="971950"/>
            <a:ext cx="3537030" cy="2036100"/>
          </a:xfrm>
        </p:spPr>
        <p:txBody>
          <a:bodyPr lIns="0" rtlCol="0"/>
          <a:lstStyle>
            <a:lvl1pPr>
              <a:defRPr>
                <a:solidFill>
                  <a:srgbClr val="5DAAB0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30" y="729827"/>
            <a:ext cx="1643384" cy="1643384"/>
          </a:xfrm>
          <a:prstGeom prst="ellipse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4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70602" y="729827"/>
            <a:ext cx="1643384" cy="1643384"/>
          </a:xfrm>
          <a:prstGeom prst="ellipse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4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6930" y="3646649"/>
            <a:ext cx="1643384" cy="1643384"/>
          </a:xfrm>
          <a:prstGeom prst="ellipse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8" name="Marcador de posición de imagen 4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70602" y="3646649"/>
            <a:ext cx="1643384" cy="1643384"/>
          </a:xfrm>
          <a:prstGeom prst="ellipse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42770" y="2823837"/>
            <a:ext cx="2517605" cy="484146"/>
          </a:xfrm>
        </p:spPr>
        <p:txBody>
          <a:bodyPr lIns="0" rtlCol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2770" y="2419511"/>
            <a:ext cx="2517605" cy="382749"/>
          </a:xfrm>
        </p:spPr>
        <p:txBody>
          <a:bodyPr lIns="0" rtlCol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AGREGAR NOMBRE AQUÍ</a:t>
            </a:r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44956" y="2823837"/>
            <a:ext cx="2517605" cy="484146"/>
          </a:xfrm>
        </p:spPr>
        <p:txBody>
          <a:bodyPr lIns="0" rtlCol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44956" y="2419511"/>
            <a:ext cx="2517605" cy="382749"/>
          </a:xfrm>
        </p:spPr>
        <p:txBody>
          <a:bodyPr lIns="0" rtlCol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AGREGAR NOMBRE AQUÍ</a:t>
            </a:r>
          </a:p>
        </p:txBody>
      </p:sp>
      <p:sp>
        <p:nvSpPr>
          <p:cNvPr id="17" name="Marcador de texto 6">
            <a:extLst>
              <a:ext uri="{FF2B5EF4-FFF2-40B4-BE49-F238E27FC236}">
                <a16:creationId xmlns:a16="http://schemas.microsoft.com/office/drawing/2014/main" id="{5A499762-AEDB-43BC-89CC-CC0602BEAF7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2770" y="5740657"/>
            <a:ext cx="2517605" cy="484146"/>
          </a:xfrm>
        </p:spPr>
        <p:txBody>
          <a:bodyPr lIns="0" rtlCol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880EDD7E-326D-47DC-B58D-88ECE1D00F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42770" y="5336331"/>
            <a:ext cx="2517605" cy="382749"/>
          </a:xfrm>
        </p:spPr>
        <p:txBody>
          <a:bodyPr lIns="0" rtlCol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AGREGAR NOMBRE AQUÍ</a:t>
            </a:r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DB92C933-F978-486C-A305-0BAC73E0F1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544956" y="5740657"/>
            <a:ext cx="2517605" cy="484146"/>
          </a:xfrm>
        </p:spPr>
        <p:txBody>
          <a:bodyPr lIns="0" rtlCol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B18BFAE0-942E-42DB-BD07-596D50E07E3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4956" y="5336331"/>
            <a:ext cx="2517605" cy="382749"/>
          </a:xfrm>
        </p:spPr>
        <p:txBody>
          <a:bodyPr lIns="0" rtlCol="0" anchor="b">
            <a:noAutofit/>
          </a:bodyPr>
          <a:lstStyle>
            <a:lvl1pPr marL="0" indent="0" algn="ct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AGREGAR NOMBRE AQUÍ</a:t>
            </a:r>
          </a:p>
        </p:txBody>
      </p:sp>
      <p:sp>
        <p:nvSpPr>
          <p:cNvPr id="16" name="Forma 62">
            <a:extLst>
              <a:ext uri="{FF2B5EF4-FFF2-40B4-BE49-F238E27FC236}">
                <a16:creationId xmlns:a16="http://schemas.microsoft.com/office/drawing/2014/main" id="{E2A7A773-8673-42D6-B565-4013CBE76BBD}"/>
              </a:ext>
            </a:extLst>
          </p:cNvPr>
          <p:cNvSpPr/>
          <p:nvPr userDrawn="1"/>
        </p:nvSpPr>
        <p:spPr>
          <a:xfrm rot="16200000" flipV="1">
            <a:off x="965155" y="-184909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</p:spTree>
    <p:extLst>
      <p:ext uri="{BB962C8B-B14F-4D97-AF65-F5344CB8AC3E}">
        <p14:creationId xmlns:p14="http://schemas.microsoft.com/office/powerpoint/2010/main" val="6877645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EE8D18BE-27C3-4048-91A7-DD0F0F8D0861}"/>
              </a:ext>
            </a:extLst>
          </p:cNvPr>
          <p:cNvSpPr/>
          <p:nvPr userDrawn="1"/>
        </p:nvSpPr>
        <p:spPr>
          <a:xfrm>
            <a:off x="4190264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atin typeface="+mn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887" y="616350"/>
            <a:ext cx="7978227" cy="1062602"/>
          </a:xfrm>
        </p:spPr>
        <p:txBody>
          <a:bodyPr lIns="0" rtlCol="0"/>
          <a:lstStyle>
            <a:lvl1pPr algn="ct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06007" y="2385012"/>
            <a:ext cx="1643384" cy="1643384"/>
          </a:xfrm>
          <a:prstGeom prst="ellipse">
            <a:avLst/>
          </a:prstGeom>
        </p:spPr>
        <p:txBody>
          <a:bodyPr rtlCol="0"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4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73705" y="2385012"/>
            <a:ext cx="1643384" cy="1643384"/>
          </a:xfrm>
          <a:prstGeom prst="ellipse">
            <a:avLst/>
          </a:prstGeom>
        </p:spPr>
        <p:txBody>
          <a:bodyPr rtlCol="0"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4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6007" y="4352707"/>
            <a:ext cx="1643384" cy="1643384"/>
          </a:xfrm>
          <a:prstGeom prst="ellipse">
            <a:avLst/>
          </a:prstGeom>
        </p:spPr>
        <p:txBody>
          <a:bodyPr rtlCol="0"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8" name="Marcador de posición de imagen 4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3705" y="4352707"/>
            <a:ext cx="1643384" cy="1643384"/>
          </a:xfrm>
          <a:prstGeom prst="ellipse">
            <a:avLst/>
          </a:prstGeom>
        </p:spPr>
        <p:txBody>
          <a:bodyPr rtlCol="0"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4731" y="3168715"/>
            <a:ext cx="2517605" cy="484146"/>
          </a:xfrm>
        </p:spPr>
        <p:txBody>
          <a:bodyPr lIns="0" rtlCol="0">
            <a:noAutofit/>
          </a:bodyPr>
          <a:lstStyle>
            <a:lvl1pPr marL="0" indent="0" algn="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4731" y="2764389"/>
            <a:ext cx="2517605" cy="382749"/>
          </a:xfrm>
        </p:spPr>
        <p:txBody>
          <a:bodyPr lIns="0" rtlCol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AGREGAR NOMBRE AQUÍ</a:t>
            </a:r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41403" y="3168715"/>
            <a:ext cx="2517605" cy="484146"/>
          </a:xfrm>
        </p:spPr>
        <p:txBody>
          <a:bodyPr lIns="0" rtlCol="0">
            <a:noAutofit/>
          </a:bodyPr>
          <a:lstStyle>
            <a:lvl1pPr marL="0" indent="0" algn="l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1403" y="2764389"/>
            <a:ext cx="2517605" cy="382749"/>
          </a:xfrm>
        </p:spPr>
        <p:txBody>
          <a:bodyPr lIns="0" rtlCol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AGREGAR NOMBRE AQUÍ</a:t>
            </a:r>
          </a:p>
        </p:txBody>
      </p:sp>
      <p:sp>
        <p:nvSpPr>
          <p:cNvPr id="13" name="Marcador de texto 6">
            <a:extLst>
              <a:ext uri="{FF2B5EF4-FFF2-40B4-BE49-F238E27FC236}">
                <a16:creationId xmlns:a16="http://schemas.microsoft.com/office/drawing/2014/main" id="{3B9FAC90-EA8D-4C0E-A0D1-0D252B50A1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04731" y="5167572"/>
            <a:ext cx="2517605" cy="484146"/>
          </a:xfrm>
        </p:spPr>
        <p:txBody>
          <a:bodyPr lIns="0" rtlCol="0">
            <a:noAutofit/>
          </a:bodyPr>
          <a:lstStyle>
            <a:lvl1pPr marL="0" indent="0" algn="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6">
            <a:extLst>
              <a:ext uri="{FF2B5EF4-FFF2-40B4-BE49-F238E27FC236}">
                <a16:creationId xmlns:a16="http://schemas.microsoft.com/office/drawing/2014/main" id="{5556F808-0B84-4923-9C86-83F13CFAB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4731" y="4763246"/>
            <a:ext cx="2517605" cy="382749"/>
          </a:xfrm>
        </p:spPr>
        <p:txBody>
          <a:bodyPr lIns="0" rtlCol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AGREGAR NOMBRE AQUÍ</a:t>
            </a:r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6D49870F-68D7-4CDC-8F2A-696151FA2B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1403" y="5167572"/>
            <a:ext cx="2517605" cy="484146"/>
          </a:xfrm>
        </p:spPr>
        <p:txBody>
          <a:bodyPr lIns="0" rtlCol="0">
            <a:noAutofit/>
          </a:bodyPr>
          <a:lstStyle>
            <a:lvl1pPr marL="0" indent="0" algn="l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530C251D-6B9A-485B-A02D-AAF34ECA7B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1403" y="4763246"/>
            <a:ext cx="2517605" cy="382749"/>
          </a:xfrm>
        </p:spPr>
        <p:txBody>
          <a:bodyPr lIns="0" rtlCol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noProof="0"/>
              <a:t>AGREGAR NOMBRE AQUÍ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EC623159-5A5F-49ED-8FE8-D17FB82C8BB9}"/>
              </a:ext>
            </a:extLst>
          </p:cNvPr>
          <p:cNvSpPr/>
          <p:nvPr userDrawn="1"/>
        </p:nvSpPr>
        <p:spPr>
          <a:xfrm>
            <a:off x="6157960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atin typeface="+mn-lt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83F630FE-FEDE-4DCF-98BE-57FA329D971D}"/>
              </a:ext>
            </a:extLst>
          </p:cNvPr>
          <p:cNvSpPr/>
          <p:nvPr userDrawn="1"/>
        </p:nvSpPr>
        <p:spPr>
          <a:xfrm>
            <a:off x="4190264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atin typeface="+mn-lt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5CEE0F46-6DA2-40B8-B7F9-015FA8D24163}"/>
              </a:ext>
            </a:extLst>
          </p:cNvPr>
          <p:cNvSpPr/>
          <p:nvPr userDrawn="1"/>
        </p:nvSpPr>
        <p:spPr>
          <a:xfrm>
            <a:off x="6157960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11750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rtlCol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pPr rtl="0"/>
            <a:r>
              <a:rPr lang="es-ES" noProof="0"/>
              <a:t>Haga clic para agregar </a:t>
            </a:r>
            <a:br>
              <a:rPr lang="es-ES" noProof="0"/>
            </a:br>
            <a:r>
              <a:rPr lang="es-ES" noProof="0"/>
              <a:t>Título de diapositiva aquí</a:t>
            </a:r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gráfico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392680"/>
            <a:ext cx="10719842" cy="4167505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7445607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rtlCol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pPr rtl="0"/>
            <a:r>
              <a:rPr lang="es-ES" noProof="0"/>
              <a:t>Haga clic para agregar </a:t>
            </a:r>
            <a:br>
              <a:rPr lang="es-ES" noProof="0"/>
            </a:br>
            <a:r>
              <a:rPr lang="es-ES" noProof="0"/>
              <a:t>Título de diapositiva aquí</a:t>
            </a:r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gráfico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815420" y="2392680"/>
            <a:ext cx="5742622" cy="4023995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C9E9201F-1E54-4CE0-974D-2A45F04F48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2392045"/>
            <a:ext cx="4776788" cy="4023995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985145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74535-13A9-914D-A6BC-97AFF2883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89560"/>
            <a:ext cx="10896600" cy="893218"/>
          </a:xfrm>
        </p:spPr>
        <p:txBody>
          <a:bodyPr rtlCol="0" anchor="b"/>
          <a:lstStyle>
            <a:lvl1pPr algn="ctr">
              <a:defRPr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DEL TÍTULO DEL PATRÓN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43A40995-514F-A74C-B120-F2ADB49206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1097363"/>
            <a:ext cx="10896600" cy="60288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SUBTÍTULO AQUÍ</a:t>
            </a:r>
          </a:p>
        </p:txBody>
      </p:sp>
      <p:sp>
        <p:nvSpPr>
          <p:cNvPr id="4" name="Marcador de posición de tabla 3">
            <a:extLst>
              <a:ext uri="{FF2B5EF4-FFF2-40B4-BE49-F238E27FC236}">
                <a16:creationId xmlns:a16="http://schemas.microsoft.com/office/drawing/2014/main" id="{EC1740A4-BBA1-4296-9738-ADD3B80B243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47700" y="1806575"/>
            <a:ext cx="10896600" cy="457835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</p:spTree>
    <p:extLst>
      <p:ext uri="{BB962C8B-B14F-4D97-AF65-F5344CB8AC3E}">
        <p14:creationId xmlns:p14="http://schemas.microsoft.com/office/powerpoint/2010/main" val="8508298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9723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659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31D0563-B39F-46E6-AC0D-1CDBD9E89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160" y="524172"/>
            <a:ext cx="2578099" cy="2508588"/>
          </a:xfrm>
        </p:spPr>
        <p:txBody>
          <a:bodyPr lIns="0" rtlCol="0" anchor="t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pPr rtl="0"/>
            <a:r>
              <a:rPr lang="es-ES" noProof="0"/>
              <a:t>Haga clic para agregar </a:t>
            </a:r>
            <a:br>
              <a:rPr lang="es-ES" noProof="0"/>
            </a:br>
            <a:r>
              <a:rPr lang="es-ES" noProof="0"/>
              <a:t>Título de diapositiva aquí</a:t>
            </a:r>
          </a:p>
        </p:txBody>
      </p:sp>
      <p:sp>
        <p:nvSpPr>
          <p:cNvPr id="9" name="Forma 62">
            <a:extLst>
              <a:ext uri="{FF2B5EF4-FFF2-40B4-BE49-F238E27FC236}">
                <a16:creationId xmlns:a16="http://schemas.microsoft.com/office/drawing/2014/main" id="{77A2F74A-3B1A-417B-8998-62F0E7EF0E74}"/>
              </a:ext>
            </a:extLst>
          </p:cNvPr>
          <p:cNvSpPr/>
          <p:nvPr userDrawn="1"/>
        </p:nvSpPr>
        <p:spPr>
          <a:xfrm rot="16200000" flipV="1">
            <a:off x="965155" y="-703069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sz="1500" noProof="0"/>
          </a:p>
        </p:txBody>
      </p:sp>
    </p:spTree>
    <p:extLst>
      <p:ext uri="{BB962C8B-B14F-4D97-AF65-F5344CB8AC3E}">
        <p14:creationId xmlns:p14="http://schemas.microsoft.com/office/powerpoint/2010/main" val="12529377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4">
            <a:extLst>
              <a:ext uri="{FF2B5EF4-FFF2-40B4-BE49-F238E27FC236}">
                <a16:creationId xmlns:a16="http://schemas.microsoft.com/office/drawing/2014/main" id="{AC817481-FC70-46B9-B779-4E5C04778C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2725" y="198755"/>
            <a:ext cx="3856038" cy="4235450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2285" y="198755"/>
            <a:ext cx="7651115" cy="4235450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00DB6AEA-811C-4554-97AF-7D4F2639BD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3361" y="4648200"/>
            <a:ext cx="7651116" cy="2011679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4">
            <a:extLst>
              <a:ext uri="{FF2B5EF4-FFF2-40B4-BE49-F238E27FC236}">
                <a16:creationId xmlns:a16="http://schemas.microsoft.com/office/drawing/2014/main" id="{75694821-2A94-40B8-8AAD-3E3762AFD3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2919" y="4648200"/>
            <a:ext cx="3855721" cy="2011679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53227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E1F0FA98-2EE8-734A-95BB-A4637DCA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E655A45B-F495-F641-AA7A-36292C3CC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227B26-65C5-5A4B-AAEC-70B3B5201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5073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35" r:id="rId2"/>
    <p:sldLayoutId id="2147483689" r:id="rId3"/>
    <p:sldLayoutId id="2147483684" r:id="rId4"/>
    <p:sldLayoutId id="2147483651" r:id="rId5"/>
    <p:sldLayoutId id="2147483685" r:id="rId6"/>
    <p:sldLayoutId id="2147483674" r:id="rId7"/>
    <p:sldLayoutId id="2147483690" r:id="rId8"/>
    <p:sldLayoutId id="2147483694" r:id="rId9"/>
    <p:sldLayoutId id="2147483693" r:id="rId10"/>
    <p:sldLayoutId id="2147483686" r:id="rId11"/>
    <p:sldLayoutId id="2147483703" r:id="rId12"/>
    <p:sldLayoutId id="2147483709" r:id="rId13"/>
    <p:sldLayoutId id="2147483710" r:id="rId14"/>
    <p:sldLayoutId id="2147483711" r:id="rId15"/>
    <p:sldLayoutId id="2147483712" r:id="rId16"/>
    <p:sldLayoutId id="2147483704" r:id="rId17"/>
    <p:sldLayoutId id="2147483702" r:id="rId18"/>
    <p:sldLayoutId id="2147483713" r:id="rId19"/>
    <p:sldLayoutId id="2147483714" r:id="rId20"/>
    <p:sldLayoutId id="2147483715" r:id="rId21"/>
    <p:sldLayoutId id="2147483695" r:id="rId22"/>
    <p:sldLayoutId id="2147483730" r:id="rId23"/>
    <p:sldLayoutId id="2147483698" r:id="rId24"/>
    <p:sldLayoutId id="2147483731" r:id="rId25"/>
    <p:sldLayoutId id="2147483699" r:id="rId26"/>
    <p:sldLayoutId id="2147483732" r:id="rId27"/>
    <p:sldLayoutId id="2147483700" r:id="rId28"/>
    <p:sldLayoutId id="2147483733" r:id="rId29"/>
    <p:sldLayoutId id="2147483701" r:id="rId30"/>
    <p:sldLayoutId id="2147483734" r:id="rId31"/>
    <p:sldLayoutId id="2147483696" r:id="rId32"/>
    <p:sldLayoutId id="2147483705" r:id="rId33"/>
    <p:sldLayoutId id="2147483706" r:id="rId34"/>
    <p:sldLayoutId id="2147483707" r:id="rId35"/>
    <p:sldLayoutId id="2147483708" r:id="rId36"/>
    <p:sldLayoutId id="2147483687" r:id="rId37"/>
    <p:sldLayoutId id="2147483660" r:id="rId38"/>
    <p:sldLayoutId id="2147483719" r:id="rId39"/>
    <p:sldLayoutId id="2147483720" r:id="rId40"/>
    <p:sldLayoutId id="2147483718" r:id="rId41"/>
    <p:sldLayoutId id="2147483721" r:id="rId42"/>
    <p:sldLayoutId id="2147483716" r:id="rId43"/>
    <p:sldLayoutId id="2147483722" r:id="rId44"/>
    <p:sldLayoutId id="2147483723" r:id="rId45"/>
    <p:sldLayoutId id="2147483725" r:id="rId46"/>
    <p:sldLayoutId id="2147483726" r:id="rId47"/>
    <p:sldLayoutId id="2147483675" r:id="rId48"/>
    <p:sldLayoutId id="2147483677" r:id="rId49"/>
    <p:sldLayoutId id="2147483729" r:id="rId50"/>
    <p:sldLayoutId id="2147483728" r:id="rId5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150">
          <a:solidFill>
            <a:schemeClr val="tx2"/>
          </a:solidFill>
          <a:latin typeface="+mj-lt"/>
          <a:ea typeface="+mj-ea"/>
          <a:cs typeface="Gill Sans" panose="020B0502020104020203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01ABD-7339-4C70-82A3-696BE8EF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1618107"/>
            <a:ext cx="7252505" cy="1426579"/>
          </a:xfrm>
        </p:spPr>
        <p:txBody>
          <a:bodyPr rtlCol="0"/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Economy of agglomeration on Business Clusters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49EBC96-F2B6-43D3-A761-898E1D269B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3670737"/>
            <a:ext cx="7252504" cy="338549"/>
          </a:xfrm>
        </p:spPr>
        <p:txBody>
          <a:bodyPr rtlCol="0">
            <a:normAutofit/>
          </a:bodyPr>
          <a:lstStyle/>
          <a:p>
            <a:pPr rtl="0"/>
            <a:r>
              <a:rPr lang="es-ES" dirty="0" err="1"/>
              <a:t>Capstone</a:t>
            </a:r>
            <a:r>
              <a:rPr lang="es-ES" dirty="0"/>
              <a:t> Project </a:t>
            </a:r>
            <a:r>
              <a:rPr lang="es-ES" dirty="0" err="1"/>
              <a:t>for</a:t>
            </a:r>
            <a:r>
              <a:rPr lang="es-ES" dirty="0"/>
              <a:t> IBM Data </a:t>
            </a:r>
            <a:r>
              <a:rPr lang="es-ES" dirty="0" err="1"/>
              <a:t>Science</a:t>
            </a:r>
            <a:r>
              <a:rPr lang="es-ES" dirty="0"/>
              <a:t> </a:t>
            </a:r>
            <a:r>
              <a:rPr lang="es-ES" dirty="0" err="1"/>
              <a:t>Certificate</a:t>
            </a:r>
            <a:endParaRPr lang="es-ES" dirty="0"/>
          </a:p>
          <a:p>
            <a:pPr rtl="0"/>
            <a:endParaRPr lang="es-ES" dirty="0"/>
          </a:p>
        </p:txBody>
      </p:sp>
      <p:pic>
        <p:nvPicPr>
          <p:cNvPr id="13" name="Marcador de posición de imagen 5" descr="Edificios">
            <a:extLst>
              <a:ext uri="{FF2B5EF4-FFF2-40B4-BE49-F238E27FC236}">
                <a16:creationId xmlns:a16="http://schemas.microsoft.com/office/drawing/2014/main" id="{002497D9-8F14-40C3-90A2-8264564E1F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FEA1DF1-4DEA-455D-99A1-835E8C655BB1}"/>
              </a:ext>
            </a:extLst>
          </p:cNvPr>
          <p:cNvSpPr txBox="1"/>
          <p:nvPr/>
        </p:nvSpPr>
        <p:spPr>
          <a:xfrm>
            <a:off x="838200" y="4009286"/>
            <a:ext cx="306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Marc Pérez</a:t>
            </a:r>
          </a:p>
        </p:txBody>
      </p:sp>
    </p:spTree>
    <p:extLst>
      <p:ext uri="{BB962C8B-B14F-4D97-AF65-F5344CB8AC3E}">
        <p14:creationId xmlns:p14="http://schemas.microsoft.com/office/powerpoint/2010/main" val="243965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CC12AB6B-2397-478A-BF32-BF0AFF5D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6" y="4867539"/>
            <a:ext cx="2275389" cy="1025525"/>
          </a:xfrm>
        </p:spPr>
        <p:txBody>
          <a:bodyPr rtlCol="0" anchor="b">
            <a:normAutofit/>
          </a:bodyPr>
          <a:lstStyle/>
          <a:p>
            <a:pPr rtl="0"/>
            <a:r>
              <a:rPr lang="es-ES" dirty="0" err="1"/>
              <a:t>Index</a:t>
            </a:r>
            <a:endParaRPr lang="es-ES" dirty="0"/>
          </a:p>
        </p:txBody>
      </p:sp>
      <p:pic>
        <p:nvPicPr>
          <p:cNvPr id="6" name="Marcador de posición de imagen 5" descr="Map of GB with companies clustered">
            <a:extLst>
              <a:ext uri="{FF2B5EF4-FFF2-40B4-BE49-F238E27FC236}">
                <a16:creationId xmlns:a16="http://schemas.microsoft.com/office/drawing/2014/main" id="{7895CA5A-B5EA-456B-AFBC-8E66960846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/>
          <a:srcRect l="25109" r="14239" b="-1"/>
          <a:stretch/>
        </p:blipFill>
        <p:spPr>
          <a:xfrm>
            <a:off x="8296788" y="812800"/>
            <a:ext cx="3557587" cy="5232400"/>
          </a:xfrm>
          <a:noFill/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1A50CE80-CA72-48E8-BA6A-98B4A0501A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55313" y="879710"/>
            <a:ext cx="4294206" cy="755650"/>
          </a:xfrm>
        </p:spPr>
        <p:txBody>
          <a:bodyPr rtlCol="0" anchor="ctr">
            <a:normAutofit/>
          </a:bodyPr>
          <a:lstStyle/>
          <a:p>
            <a:pPr rtl="0"/>
            <a:r>
              <a:rPr lang="es-ES" sz="2400" dirty="0"/>
              <a:t>- </a:t>
            </a:r>
            <a:r>
              <a:rPr lang="es-ES" sz="2400" dirty="0" err="1"/>
              <a:t>Introduction</a:t>
            </a:r>
            <a:endParaRPr lang="es-ES" sz="2400" dirty="0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75BAF650-FD43-47DB-AB10-61E4F4A72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5313" y="1956155"/>
            <a:ext cx="4294206" cy="755650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s-ES" sz="2400" dirty="0"/>
              <a:t>- Data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9C7D62EB-2597-47CE-BB7C-6A6EAB5BC0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55313" y="3032600"/>
            <a:ext cx="4294206" cy="755650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s-ES" sz="2400" dirty="0"/>
              <a:t>- </a:t>
            </a:r>
            <a:r>
              <a:rPr lang="es-ES" sz="2400" dirty="0" err="1"/>
              <a:t>Methodology</a:t>
            </a:r>
            <a:endParaRPr lang="es-ES" sz="2400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FF16BB79-5932-44CF-9C3A-407F484969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5313" y="4109045"/>
            <a:ext cx="4294206" cy="755650"/>
          </a:xfrm>
        </p:spPr>
        <p:txBody>
          <a:bodyPr rtlCol="0" anchor="ctr">
            <a:noAutofit/>
          </a:bodyPr>
          <a:lstStyle/>
          <a:p>
            <a:pPr rtl="0">
              <a:spcAft>
                <a:spcPts val="600"/>
              </a:spcAft>
            </a:pPr>
            <a:r>
              <a:rPr lang="es-ES" sz="2400" dirty="0"/>
              <a:t>- </a:t>
            </a:r>
            <a:r>
              <a:rPr lang="es-ES" sz="2400" dirty="0" err="1"/>
              <a:t>Discussion</a:t>
            </a:r>
            <a:endParaRPr lang="es-ES" sz="2400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82271CFC-BF42-4890-8441-5320497A37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55313" y="5185490"/>
            <a:ext cx="4294206" cy="755650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s-ES" sz="2400" dirty="0"/>
              <a:t>- </a:t>
            </a:r>
            <a:r>
              <a:rPr lang="es-ES" sz="2400" dirty="0" err="1"/>
              <a:t>Results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073952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5249062A-D4B8-4980-B15D-2F0CF58B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891" y="1691472"/>
            <a:ext cx="5045593" cy="1325563"/>
          </a:xfrm>
        </p:spPr>
        <p:txBody>
          <a:bodyPr rtlCol="0"/>
          <a:lstStyle/>
          <a:p>
            <a:pPr rtl="0"/>
            <a:r>
              <a:rPr lang="es-ES" dirty="0" err="1"/>
              <a:t>Introduction</a:t>
            </a:r>
            <a:br>
              <a:rPr lang="es-ES" dirty="0"/>
            </a:br>
            <a:endParaRPr lang="es-ES" dirty="0">
              <a:solidFill>
                <a:srgbClr val="5DAAB0"/>
              </a:solidFill>
            </a:endParaRP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59FCEF3-B015-47B8-8D8F-7C0C90D27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rtlCol="0">
            <a:noAutofit/>
          </a:bodyPr>
          <a:lstStyle/>
          <a:p>
            <a:r>
              <a:rPr lang="en-US" dirty="0">
                <a:effectLst/>
                <a:latin typeface="Segoe UI Web (West European)"/>
              </a:rPr>
              <a:t>The economy of agglomerations is the discipline capable of grouping companies into territories in such a way that they create a benefit for them. The benefits can be financial character, creation of creative environment, and so on. 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045C97E3-0CF5-415A-BEEC-B465AA7F13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dirty="0" err="1"/>
              <a:t>Economy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agglomeration</a:t>
            </a:r>
            <a:endParaRPr lang="es-ES" dirty="0"/>
          </a:p>
        </p:txBody>
      </p:sp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DD644F4C-351C-4BAC-BB15-C7F583355F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7601" b="1760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05044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AD8CD555-AB49-4CAE-998F-97A85F59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Data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1EADC80-8A70-408D-97F6-5A59D3108CA6}"/>
              </a:ext>
            </a:extLst>
          </p:cNvPr>
          <p:cNvSpPr txBox="1"/>
          <p:nvPr/>
        </p:nvSpPr>
        <p:spPr>
          <a:xfrm>
            <a:off x="2116698" y="843677"/>
            <a:ext cx="94244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err="1"/>
              <a:t>The</a:t>
            </a:r>
            <a:r>
              <a:rPr lang="es-ES" sz="1600" dirty="0"/>
              <a:t> data </a:t>
            </a:r>
            <a:r>
              <a:rPr lang="es-ES" sz="1600" dirty="0" err="1"/>
              <a:t>used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this</a:t>
            </a:r>
            <a:r>
              <a:rPr lang="es-ES" sz="1600" dirty="0"/>
              <a:t> </a:t>
            </a:r>
            <a:r>
              <a:rPr lang="es-ES" sz="1600" dirty="0" err="1"/>
              <a:t>project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PDF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Fast</a:t>
            </a:r>
            <a:r>
              <a:rPr lang="es-ES" sz="1600" dirty="0"/>
              <a:t> </a:t>
            </a:r>
            <a:r>
              <a:rPr lang="es-ES" sz="1600" dirty="0" err="1"/>
              <a:t>Growth</a:t>
            </a:r>
            <a:r>
              <a:rPr lang="es-ES" sz="1600" dirty="0"/>
              <a:t> 500 EMEA </a:t>
            </a:r>
            <a:r>
              <a:rPr lang="es-ES" sz="1600" dirty="0" err="1"/>
              <a:t>report</a:t>
            </a:r>
            <a:r>
              <a:rPr lang="es-ES" sz="1600" dirty="0"/>
              <a:t> </a:t>
            </a:r>
            <a:r>
              <a:rPr lang="es-ES" sz="1600" dirty="0" err="1"/>
              <a:t>from</a:t>
            </a:r>
            <a:r>
              <a:rPr lang="es-ES" sz="1600" dirty="0"/>
              <a:t> Deloitte. </a:t>
            </a:r>
          </a:p>
          <a:p>
            <a:endParaRPr lang="es-ES" sz="1600" dirty="0"/>
          </a:p>
          <a:p>
            <a:pPr marL="285750" indent="-285750">
              <a:buFontTx/>
              <a:buChar char="-"/>
            </a:pPr>
            <a:r>
              <a:rPr lang="es-ES" sz="1600" dirty="0" err="1"/>
              <a:t>This</a:t>
            </a:r>
            <a:r>
              <a:rPr lang="es-ES" sz="1600" dirty="0"/>
              <a:t> data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first</a:t>
            </a:r>
            <a:r>
              <a:rPr lang="es-ES" sz="1600" dirty="0"/>
              <a:t> </a:t>
            </a:r>
            <a:r>
              <a:rPr lang="es-ES" sz="1600" dirty="0" err="1"/>
              <a:t>converted</a:t>
            </a:r>
            <a:r>
              <a:rPr lang="es-ES" sz="1600" dirty="0"/>
              <a:t> </a:t>
            </a:r>
            <a:r>
              <a:rPr lang="es-ES" sz="1600" dirty="0" err="1"/>
              <a:t>from</a:t>
            </a:r>
            <a:r>
              <a:rPr lang="es-ES" sz="1600" dirty="0"/>
              <a:t> PDF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csv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DataFrame</a:t>
            </a:r>
            <a:r>
              <a:rPr lang="es-ES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es-ES" sz="1600" dirty="0" err="1"/>
              <a:t>We</a:t>
            </a:r>
            <a:r>
              <a:rPr lang="es-ES" sz="1600" dirty="0"/>
              <a:t> </a:t>
            </a:r>
            <a:r>
              <a:rPr lang="es-ES" sz="1600" dirty="0" err="1"/>
              <a:t>clean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data </a:t>
            </a:r>
            <a:r>
              <a:rPr lang="es-ES" sz="1600" dirty="0" err="1"/>
              <a:t>selecting</a:t>
            </a:r>
            <a:r>
              <a:rPr lang="es-ES" sz="1600" dirty="0"/>
              <a:t> </a:t>
            </a:r>
            <a:r>
              <a:rPr lang="es-ES" sz="1600" dirty="0" err="1"/>
              <a:t>just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information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GB and NL as are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countries</a:t>
            </a:r>
            <a:r>
              <a:rPr lang="es-ES" sz="1600" dirty="0"/>
              <a:t> </a:t>
            </a:r>
            <a:r>
              <a:rPr lang="es-ES" sz="1600" dirty="0" err="1"/>
              <a:t>with</a:t>
            </a:r>
            <a:r>
              <a:rPr lang="es-ES" sz="1600" dirty="0"/>
              <a:t> more </a:t>
            </a:r>
            <a:r>
              <a:rPr lang="es-ES" sz="1600" dirty="0" err="1"/>
              <a:t>companies</a:t>
            </a:r>
            <a:r>
              <a:rPr lang="es-ES" sz="1600" dirty="0"/>
              <a:t>.</a:t>
            </a:r>
          </a:p>
          <a:p>
            <a:pPr marL="285750" indent="-285750">
              <a:buFontTx/>
              <a:buChar char="-"/>
            </a:pPr>
            <a:r>
              <a:rPr lang="es-ES" sz="1600" dirty="0"/>
              <a:t>A new </a:t>
            </a:r>
            <a:r>
              <a:rPr lang="es-ES" sz="1600" dirty="0" err="1"/>
              <a:t>DataFrame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created</a:t>
            </a:r>
            <a:r>
              <a:rPr lang="es-ES" sz="1600" dirty="0"/>
              <a:t> </a:t>
            </a:r>
            <a:r>
              <a:rPr lang="es-ES" sz="1600" dirty="0" err="1"/>
              <a:t>adding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locations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companies</a:t>
            </a:r>
            <a:r>
              <a:rPr lang="es-ES" sz="1600" dirty="0"/>
              <a:t> after </a:t>
            </a:r>
            <a:r>
              <a:rPr lang="es-ES" sz="1600" dirty="0" err="1"/>
              <a:t>get</a:t>
            </a:r>
            <a:r>
              <a:rPr lang="es-ES" sz="1600" dirty="0"/>
              <a:t> </a:t>
            </a:r>
            <a:r>
              <a:rPr lang="es-ES" sz="1600" dirty="0" err="1"/>
              <a:t>them</a:t>
            </a:r>
            <a:r>
              <a:rPr lang="es-ES" sz="1600" dirty="0"/>
              <a:t> </a:t>
            </a:r>
            <a:r>
              <a:rPr lang="es-ES" sz="1600" dirty="0" err="1"/>
              <a:t>with</a:t>
            </a:r>
            <a:r>
              <a:rPr lang="es-ES" sz="1600" dirty="0"/>
              <a:t> </a:t>
            </a:r>
            <a:r>
              <a:rPr lang="es-ES" sz="1600" dirty="0" err="1"/>
              <a:t>Geocoder</a:t>
            </a:r>
            <a:r>
              <a:rPr lang="es-ES" sz="1600" dirty="0"/>
              <a:t> API. </a:t>
            </a:r>
          </a:p>
          <a:p>
            <a:pPr marL="285750" indent="-285750">
              <a:buFontTx/>
              <a:buChar char="-"/>
            </a:pPr>
            <a:r>
              <a:rPr lang="es-ES" sz="1600" dirty="0" err="1"/>
              <a:t>We</a:t>
            </a:r>
            <a:r>
              <a:rPr lang="es-ES" sz="1600" dirty="0"/>
              <a:t> </a:t>
            </a:r>
            <a:r>
              <a:rPr lang="es-ES" sz="1600" dirty="0" err="1"/>
              <a:t>merge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original </a:t>
            </a:r>
            <a:r>
              <a:rPr lang="es-ES" sz="1600" dirty="0" err="1"/>
              <a:t>DataFrame</a:t>
            </a:r>
            <a:r>
              <a:rPr lang="es-ES" sz="1600" dirty="0"/>
              <a:t> </a:t>
            </a:r>
            <a:r>
              <a:rPr lang="es-ES" sz="1600" dirty="0" err="1"/>
              <a:t>with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one</a:t>
            </a:r>
            <a:r>
              <a:rPr lang="es-ES" sz="1600" dirty="0"/>
              <a:t> </a:t>
            </a:r>
            <a:r>
              <a:rPr lang="es-ES" sz="1600" dirty="0" err="1"/>
              <a:t>that</a:t>
            </a:r>
            <a:r>
              <a:rPr lang="es-ES" sz="1600" dirty="0"/>
              <a:t> </a:t>
            </a:r>
            <a:r>
              <a:rPr lang="es-ES" sz="1600" dirty="0" err="1"/>
              <a:t>contains</a:t>
            </a:r>
            <a:r>
              <a:rPr lang="es-ES" sz="1600" dirty="0"/>
              <a:t> </a:t>
            </a:r>
            <a:r>
              <a:rPr lang="es-ES" sz="1600" dirty="0" err="1"/>
              <a:t>coordinates</a:t>
            </a:r>
            <a:r>
              <a:rPr lang="es-ES" sz="1600" dirty="0"/>
              <a:t>. </a:t>
            </a:r>
          </a:p>
          <a:p>
            <a:pPr marL="285750" indent="-285750">
              <a:buFontTx/>
              <a:buChar char="-"/>
            </a:pP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last</a:t>
            </a:r>
            <a:r>
              <a:rPr lang="es-ES" sz="1600" dirty="0"/>
              <a:t> </a:t>
            </a:r>
            <a:r>
              <a:rPr lang="es-ES" sz="1600" dirty="0" err="1"/>
              <a:t>DataFrame</a:t>
            </a:r>
            <a:r>
              <a:rPr lang="es-ES" sz="1600" dirty="0"/>
              <a:t> Will </a:t>
            </a:r>
            <a:r>
              <a:rPr lang="es-ES" sz="1600" dirty="0" err="1"/>
              <a:t>contain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number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cluster</a:t>
            </a:r>
            <a:r>
              <a:rPr lang="es-ES" sz="1600" dirty="0"/>
              <a:t> as </a:t>
            </a:r>
            <a:r>
              <a:rPr lang="es-ES" sz="1600" dirty="0" err="1"/>
              <a:t>well</a:t>
            </a:r>
            <a:r>
              <a:rPr lang="es-ES" sz="1600" dirty="0"/>
              <a:t> after </a:t>
            </a:r>
            <a:r>
              <a:rPr lang="es-ES" sz="1600" dirty="0" err="1"/>
              <a:t>being</a:t>
            </a:r>
            <a:r>
              <a:rPr lang="es-ES" sz="1600" dirty="0"/>
              <a:t> </a:t>
            </a:r>
            <a:r>
              <a:rPr lang="es-ES" sz="1600" dirty="0" err="1"/>
              <a:t>treated</a:t>
            </a:r>
            <a:r>
              <a:rPr lang="es-ES" sz="1600" dirty="0"/>
              <a:t>. </a:t>
            </a:r>
          </a:p>
          <a:p>
            <a:pPr marL="285750" indent="-285750">
              <a:buFontTx/>
              <a:buChar char="-"/>
            </a:pPr>
            <a:endParaRPr lang="es-ES" dirty="0"/>
          </a:p>
        </p:txBody>
      </p:sp>
      <p:pic>
        <p:nvPicPr>
          <p:cNvPr id="29" name="Imagen 28" descr="Imagen que contiene computadora, computer, tabla, monitor&#10;&#10;Descripción generada automáticamente">
            <a:extLst>
              <a:ext uri="{FF2B5EF4-FFF2-40B4-BE49-F238E27FC236}">
                <a16:creationId xmlns:a16="http://schemas.microsoft.com/office/drawing/2014/main" id="{B9D2C7BF-4BF8-4BC9-A681-CA4C366AE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98" y="3429000"/>
            <a:ext cx="8916644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9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5A981189-9280-48E8-90AE-7F25E741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6" y="1193765"/>
            <a:ext cx="4385843" cy="1325563"/>
          </a:xfrm>
        </p:spPr>
        <p:txBody>
          <a:bodyPr rtlCol="0">
            <a:normAutofit/>
          </a:bodyPr>
          <a:lstStyle/>
          <a:p>
            <a:pPr rtl="0"/>
            <a:r>
              <a:rPr lang="es-ES" dirty="0" err="1">
                <a:solidFill>
                  <a:srgbClr val="5DAAB0"/>
                </a:solidFill>
              </a:rPr>
              <a:t>Methdology</a:t>
            </a:r>
            <a:br>
              <a:rPr lang="es-ES" dirty="0">
                <a:solidFill>
                  <a:srgbClr val="5DAAB0"/>
                </a:solidFill>
              </a:rPr>
            </a:br>
            <a:endParaRPr lang="es-ES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98B9CB9E-1380-488B-88F1-B99F12EFA7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70816" y="2240254"/>
            <a:ext cx="3046302" cy="558147"/>
          </a:xfrm>
        </p:spPr>
        <p:txBody>
          <a:bodyPr rtlCol="0">
            <a:normAutofit/>
          </a:bodyPr>
          <a:lstStyle/>
          <a:p>
            <a:r>
              <a:rPr lang="es-ES" sz="1800" dirty="0" err="1"/>
              <a:t>Agglomerative</a:t>
            </a:r>
            <a:r>
              <a:rPr lang="es-ES" sz="1800" dirty="0"/>
              <a:t> </a:t>
            </a:r>
            <a:r>
              <a:rPr lang="es-ES" sz="1800" dirty="0" err="1"/>
              <a:t>Clustering</a:t>
            </a:r>
            <a:endParaRPr lang="es-ES" sz="1800" dirty="0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4C3079F2-FA5D-4717-9945-965E324EBF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9606" y="2240254"/>
            <a:ext cx="3023149" cy="558147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1800" dirty="0"/>
              <a:t>K-</a:t>
            </a:r>
            <a:r>
              <a:rPr lang="es-ES" sz="1800" dirty="0" err="1"/>
              <a:t>Means</a:t>
            </a:r>
            <a:endParaRPr lang="es-ES" sz="1800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E9ED32E-028C-428E-97AF-168C8D6F92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>
            <a:noAutofit/>
          </a:bodyPr>
          <a:lstStyle/>
          <a:p>
            <a:pPr rtl="0"/>
            <a:r>
              <a:rPr lang="es-ES" sz="1600" dirty="0" err="1"/>
              <a:t>We</a:t>
            </a:r>
            <a:r>
              <a:rPr lang="es-ES" sz="1600" dirty="0"/>
              <a:t> </a:t>
            </a:r>
            <a:r>
              <a:rPr lang="es-ES" sz="1600" dirty="0" err="1"/>
              <a:t>select</a:t>
            </a:r>
            <a:r>
              <a:rPr lang="es-ES" sz="1600" dirty="0"/>
              <a:t> 6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number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clusters</a:t>
            </a:r>
            <a:r>
              <a:rPr lang="es-ES" sz="1600" dirty="0"/>
              <a:t> in GB and 7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number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Clusters</a:t>
            </a:r>
            <a:r>
              <a:rPr lang="es-ES" sz="1600" dirty="0"/>
              <a:t> in NL.</a:t>
            </a:r>
          </a:p>
          <a:p>
            <a:pPr rtl="0"/>
            <a:r>
              <a:rPr lang="es-ES" sz="1600" dirty="0" err="1"/>
              <a:t>Agglomerative</a:t>
            </a:r>
            <a:r>
              <a:rPr lang="es-ES" sz="1600" dirty="0"/>
              <a:t> </a:t>
            </a:r>
            <a:r>
              <a:rPr lang="es-ES" sz="1600" dirty="0" err="1"/>
              <a:t>Clustering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by</a:t>
            </a:r>
            <a:r>
              <a:rPr lang="es-ES" sz="1600" dirty="0"/>
              <a:t> default </a:t>
            </a:r>
            <a:r>
              <a:rPr lang="es-ES" sz="1600" dirty="0" err="1"/>
              <a:t>Euclidean</a:t>
            </a:r>
            <a:r>
              <a:rPr lang="es-ES" sz="1600" dirty="0"/>
              <a:t>. </a:t>
            </a:r>
          </a:p>
          <a:p>
            <a:pPr rtl="0"/>
            <a:r>
              <a:rPr lang="es-ES" sz="1600" dirty="0" err="1"/>
              <a:t>Agglomerative</a:t>
            </a:r>
            <a:r>
              <a:rPr lang="es-ES" sz="1600" dirty="0"/>
              <a:t> </a:t>
            </a:r>
            <a:r>
              <a:rPr lang="es-ES" sz="1600" dirty="0" err="1"/>
              <a:t>Clustering</a:t>
            </a:r>
            <a:r>
              <a:rPr lang="es-ES" sz="1600" dirty="0"/>
              <a:t> do </a:t>
            </a:r>
            <a:r>
              <a:rPr lang="es-ES" sz="1600" dirty="0" err="1"/>
              <a:t>not</a:t>
            </a:r>
            <a:r>
              <a:rPr lang="es-ES" sz="1600" dirty="0"/>
              <a:t> </a:t>
            </a:r>
            <a:r>
              <a:rPr lang="es-ES" sz="1600" dirty="0" err="1"/>
              <a:t>allow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function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get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centroid</a:t>
            </a:r>
            <a:r>
              <a:rPr lang="es-ES" sz="1600" dirty="0"/>
              <a:t>, so </a:t>
            </a:r>
            <a:r>
              <a:rPr lang="es-ES" sz="1600" dirty="0" err="1"/>
              <a:t>we</a:t>
            </a:r>
            <a:r>
              <a:rPr lang="es-ES" sz="1600" dirty="0"/>
              <a:t> </a:t>
            </a:r>
            <a:r>
              <a:rPr lang="es-ES" sz="1600" dirty="0" err="1"/>
              <a:t>find</a:t>
            </a:r>
            <a:r>
              <a:rPr lang="es-ES" sz="1600" dirty="0"/>
              <a:t> </a:t>
            </a:r>
            <a:r>
              <a:rPr lang="es-ES" sz="1600" dirty="0" err="1"/>
              <a:t>centroids</a:t>
            </a:r>
            <a:r>
              <a:rPr lang="es-ES" sz="1600" dirty="0"/>
              <a:t> </a:t>
            </a:r>
            <a:r>
              <a:rPr lang="es-ES" sz="1600" dirty="0" err="1"/>
              <a:t>with</a:t>
            </a:r>
            <a:r>
              <a:rPr lang="es-ES" sz="1600" dirty="0"/>
              <a:t> </a:t>
            </a:r>
            <a:r>
              <a:rPr lang="es-ES" sz="1600" dirty="0" err="1"/>
              <a:t>kmeans</a:t>
            </a:r>
            <a:r>
              <a:rPr lang="es-ES" sz="1600" dirty="0"/>
              <a:t>.</a:t>
            </a:r>
          </a:p>
          <a:p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agglomerative</a:t>
            </a:r>
            <a:r>
              <a:rPr lang="es-ES" sz="1600" dirty="0"/>
              <a:t> </a:t>
            </a:r>
            <a:r>
              <a:rPr lang="es-ES" sz="1600" dirty="0" err="1"/>
              <a:t>cluster</a:t>
            </a:r>
            <a:r>
              <a:rPr lang="es-ES" sz="1600" dirty="0"/>
              <a:t> </a:t>
            </a:r>
            <a:r>
              <a:rPr lang="es-ES" sz="1600" dirty="0" err="1"/>
              <a:t>give</a:t>
            </a:r>
            <a:r>
              <a:rPr lang="es-ES" sz="1600" dirty="0"/>
              <a:t> </a:t>
            </a:r>
            <a:r>
              <a:rPr lang="es-ES" sz="1600" dirty="0" err="1"/>
              <a:t>us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number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cluster</a:t>
            </a:r>
            <a:r>
              <a:rPr lang="es-ES" sz="1600" dirty="0"/>
              <a:t> </a:t>
            </a:r>
            <a:r>
              <a:rPr lang="es-ES" sz="1600" dirty="0" err="1"/>
              <a:t>that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used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lacate</a:t>
            </a:r>
            <a:r>
              <a:rPr lang="es-ES" sz="1600" dirty="0"/>
              <a:t> </a:t>
            </a:r>
            <a:r>
              <a:rPr lang="es-ES" sz="1600" dirty="0" err="1"/>
              <a:t>them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map</a:t>
            </a:r>
            <a:r>
              <a:rPr lang="es-ES" sz="1600" dirty="0"/>
              <a:t>. 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94D72ABF-5D1D-4141-8DFE-03D197B7C1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56675" y="2957983"/>
            <a:ext cx="3023149" cy="3044825"/>
          </a:xfrm>
        </p:spPr>
        <p:txBody>
          <a:bodyPr rtlCol="0">
            <a:normAutofit/>
          </a:bodyPr>
          <a:lstStyle/>
          <a:p>
            <a:pPr rtl="0"/>
            <a:r>
              <a:rPr lang="es-ES" dirty="0" err="1"/>
              <a:t>Kmeans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a </a:t>
            </a:r>
            <a:r>
              <a:rPr lang="es-ES" dirty="0" err="1"/>
              <a:t>scikit-learn</a:t>
            </a:r>
            <a:r>
              <a:rPr lang="es-ES" dirty="0"/>
              <a:t> </a:t>
            </a:r>
            <a:r>
              <a:rPr lang="es-ES" dirty="0" err="1"/>
              <a:t>library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helps</a:t>
            </a:r>
            <a:r>
              <a:rPr lang="es-ES" dirty="0"/>
              <a:t> </a:t>
            </a:r>
            <a:r>
              <a:rPr lang="es-ES" dirty="0" err="1"/>
              <a:t>us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créate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clusters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coordinates</a:t>
            </a:r>
            <a:r>
              <a:rPr lang="es-ES" dirty="0"/>
              <a:t>.</a:t>
            </a:r>
          </a:p>
          <a:p>
            <a:pPr rtl="0"/>
            <a:r>
              <a:rPr lang="es-ES" dirty="0" err="1"/>
              <a:t>We</a:t>
            </a:r>
            <a:r>
              <a:rPr lang="es-ES" dirty="0"/>
              <a:t> introduce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respective</a:t>
            </a:r>
            <a:r>
              <a:rPr lang="es-ES" dirty="0"/>
              <a:t> </a:t>
            </a:r>
            <a:r>
              <a:rPr lang="es-ES" dirty="0" err="1"/>
              <a:t>number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clusters</a:t>
            </a:r>
            <a:r>
              <a:rPr lang="es-ES" dirty="0"/>
              <a:t> </a:t>
            </a:r>
            <a:r>
              <a:rPr lang="es-ES" dirty="0" err="1"/>
              <a:t>selected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agglomerative</a:t>
            </a:r>
            <a:r>
              <a:rPr lang="es-ES" dirty="0"/>
              <a:t> </a:t>
            </a:r>
            <a:r>
              <a:rPr lang="es-ES" dirty="0" err="1"/>
              <a:t>clustering</a:t>
            </a:r>
            <a:r>
              <a:rPr lang="es-ES" dirty="0"/>
              <a:t> </a:t>
            </a:r>
            <a:r>
              <a:rPr lang="es-ES" dirty="0" err="1"/>
              <a:t>library</a:t>
            </a:r>
            <a:r>
              <a:rPr lang="es-ES" dirty="0"/>
              <a:t>. </a:t>
            </a:r>
          </a:p>
          <a:p>
            <a:pPr rtl="0"/>
            <a:r>
              <a:rPr lang="es-ES" dirty="0" err="1"/>
              <a:t>With</a:t>
            </a:r>
            <a:r>
              <a:rPr lang="es-ES" dirty="0"/>
              <a:t> 25 </a:t>
            </a:r>
            <a:r>
              <a:rPr lang="es-ES" dirty="0" err="1"/>
              <a:t>iterations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function</a:t>
            </a:r>
            <a:r>
              <a:rPr lang="es-ES" dirty="0"/>
              <a:t> </a:t>
            </a:r>
            <a:r>
              <a:rPr lang="es-ES" i="1" dirty="0" err="1"/>
              <a:t>k_means.cluster_center</a:t>
            </a:r>
            <a:r>
              <a:rPr lang="es-ES" i="1" dirty="0"/>
              <a:t>_  </a:t>
            </a:r>
            <a:r>
              <a:rPr lang="es-ES" dirty="0" err="1"/>
              <a:t>provide</a:t>
            </a:r>
            <a:r>
              <a:rPr lang="es-ES" dirty="0"/>
              <a:t> </a:t>
            </a:r>
            <a:r>
              <a:rPr lang="es-ES" dirty="0" err="1"/>
              <a:t>us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centroids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every</a:t>
            </a:r>
            <a:r>
              <a:rPr lang="es-ES" dirty="0"/>
              <a:t> </a:t>
            </a:r>
            <a:r>
              <a:rPr lang="es-ES" dirty="0" err="1"/>
              <a:t>cluster</a:t>
            </a:r>
            <a:r>
              <a:rPr lang="es-ES" dirty="0"/>
              <a:t>.</a:t>
            </a:r>
            <a:endParaRPr lang="es-ES" i="1" dirty="0"/>
          </a:p>
          <a:p>
            <a:pPr rtl="0"/>
            <a:endParaRPr lang="es-ES" dirty="0"/>
          </a:p>
        </p:txBody>
      </p:sp>
      <p:pic>
        <p:nvPicPr>
          <p:cNvPr id="4" name="Marcador de posición de imagen 3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7DFB56DE-9669-41E2-BFCC-34F6CADC83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0021" b="1002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9899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5A981189-9280-48E8-90AE-7F25E741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6" y="1193765"/>
            <a:ext cx="4385843" cy="1325563"/>
          </a:xfrm>
        </p:spPr>
        <p:txBody>
          <a:bodyPr rtlCol="0">
            <a:normAutofit/>
          </a:bodyPr>
          <a:lstStyle/>
          <a:p>
            <a:pPr rtl="0"/>
            <a:r>
              <a:rPr lang="es-ES" dirty="0" err="1">
                <a:solidFill>
                  <a:srgbClr val="5DAAB0"/>
                </a:solidFill>
              </a:rPr>
              <a:t>Methdology</a:t>
            </a:r>
            <a:br>
              <a:rPr lang="es-ES" dirty="0">
                <a:solidFill>
                  <a:srgbClr val="5DAAB0"/>
                </a:solidFill>
              </a:rPr>
            </a:br>
            <a:endParaRPr lang="es-ES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98B9CB9E-1380-488B-88F1-B99F12EFA7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70816" y="2240254"/>
            <a:ext cx="3046302" cy="558147"/>
          </a:xfrm>
        </p:spPr>
        <p:txBody>
          <a:bodyPr rtlCol="0">
            <a:normAutofit/>
          </a:bodyPr>
          <a:lstStyle/>
          <a:p>
            <a:r>
              <a:rPr lang="es-ES" sz="1800" dirty="0" err="1"/>
              <a:t>GeoCoder</a:t>
            </a:r>
            <a:r>
              <a:rPr lang="es-ES" sz="1800" dirty="0"/>
              <a:t> API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4C3079F2-FA5D-4717-9945-965E324EBF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9606" y="2240253"/>
            <a:ext cx="3023149" cy="558147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1800" dirty="0" err="1"/>
              <a:t>FourSquare</a:t>
            </a:r>
            <a:r>
              <a:rPr lang="es-ES" sz="1800" dirty="0"/>
              <a:t> API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E9ED32E-028C-428E-97AF-168C8D6F92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>
            <a:noAutofit/>
          </a:bodyPr>
          <a:lstStyle/>
          <a:p>
            <a:pPr rtl="0"/>
            <a:r>
              <a:rPr lang="es-ES" sz="1600" dirty="0" err="1"/>
              <a:t>GeoCoder</a:t>
            </a:r>
            <a:r>
              <a:rPr lang="es-ES" sz="1600" dirty="0"/>
              <a:t> API has </a:t>
            </a:r>
            <a:r>
              <a:rPr lang="es-ES" sz="1600" dirty="0" err="1"/>
              <a:t>been</a:t>
            </a:r>
            <a:r>
              <a:rPr lang="es-ES" sz="1600" dirty="0"/>
              <a:t> </a:t>
            </a:r>
            <a:r>
              <a:rPr lang="es-ES" sz="1600" dirty="0" err="1"/>
              <a:t>used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get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address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companies</a:t>
            </a:r>
            <a:r>
              <a:rPr lang="es-ES" sz="1600" dirty="0"/>
              <a:t> and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coordinates</a:t>
            </a:r>
            <a:r>
              <a:rPr lang="es-ES" sz="1600" dirty="0"/>
              <a:t>.</a:t>
            </a:r>
          </a:p>
          <a:p>
            <a:pPr rtl="0"/>
            <a:r>
              <a:rPr lang="es-ES" sz="1600" dirty="0" err="1"/>
              <a:t>We</a:t>
            </a:r>
            <a:r>
              <a:rPr lang="es-ES" sz="1600" dirty="0"/>
              <a:t> </a:t>
            </a:r>
            <a:r>
              <a:rPr lang="es-ES" sz="1600" dirty="0" err="1"/>
              <a:t>chose</a:t>
            </a:r>
            <a:r>
              <a:rPr lang="es-ES" sz="1600" dirty="0"/>
              <a:t> </a:t>
            </a:r>
            <a:r>
              <a:rPr lang="es-ES" sz="1600" dirty="0" err="1"/>
              <a:t>this</a:t>
            </a:r>
            <a:r>
              <a:rPr lang="es-ES" sz="1600" dirty="0"/>
              <a:t> API </a:t>
            </a:r>
            <a:r>
              <a:rPr lang="es-ES" sz="1600" dirty="0" err="1"/>
              <a:t>because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only</a:t>
            </a:r>
            <a:r>
              <a:rPr lang="es-ES" sz="1600" dirty="0"/>
              <a:t> </a:t>
            </a:r>
            <a:r>
              <a:rPr lang="es-ES" sz="1600" dirty="0" err="1"/>
              <a:t>one</a:t>
            </a:r>
            <a:r>
              <a:rPr lang="es-ES" sz="1600" dirty="0"/>
              <a:t> </a:t>
            </a:r>
            <a:r>
              <a:rPr lang="es-ES" sz="1600" dirty="0" err="1"/>
              <a:t>that</a:t>
            </a:r>
            <a:r>
              <a:rPr lang="es-ES" sz="1600" dirty="0"/>
              <a:t> </a:t>
            </a:r>
            <a:r>
              <a:rPr lang="es-ES" sz="1600" dirty="0" err="1"/>
              <a:t>had</a:t>
            </a:r>
            <a:r>
              <a:rPr lang="es-ES" sz="1600" dirty="0"/>
              <a:t> </a:t>
            </a:r>
            <a:r>
              <a:rPr lang="es-ES" sz="1600" dirty="0" err="1"/>
              <a:t>good</a:t>
            </a:r>
            <a:r>
              <a:rPr lang="es-ES" sz="1600" dirty="0"/>
              <a:t> </a:t>
            </a:r>
            <a:r>
              <a:rPr lang="es-ES" sz="1600" dirty="0" err="1"/>
              <a:t>results</a:t>
            </a:r>
            <a:r>
              <a:rPr lang="es-ES" sz="1600" dirty="0"/>
              <a:t> </a:t>
            </a:r>
            <a:r>
              <a:rPr lang="es-ES" sz="1600" dirty="0" err="1"/>
              <a:t>when</a:t>
            </a:r>
            <a:r>
              <a:rPr lang="es-ES" sz="1600" dirty="0"/>
              <a:t> </a:t>
            </a:r>
            <a:r>
              <a:rPr lang="es-ES" sz="1600" dirty="0" err="1"/>
              <a:t>introducing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name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companies</a:t>
            </a:r>
            <a:r>
              <a:rPr lang="es-ES" sz="1600" dirty="0"/>
              <a:t> </a:t>
            </a:r>
            <a:r>
              <a:rPr lang="es-ES" sz="1600" dirty="0" err="1"/>
              <a:t>instead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address</a:t>
            </a:r>
            <a:r>
              <a:rPr lang="es-ES" sz="1600" dirty="0"/>
              <a:t> </a:t>
            </a:r>
            <a:r>
              <a:rPr lang="es-ES" sz="1600" dirty="0" err="1"/>
              <a:t>directly</a:t>
            </a:r>
            <a:r>
              <a:rPr lang="es-ES" sz="1600" dirty="0"/>
              <a:t> as </a:t>
            </a:r>
            <a:r>
              <a:rPr lang="es-ES" sz="1600" dirty="0" err="1"/>
              <a:t>other</a:t>
            </a:r>
            <a:r>
              <a:rPr lang="es-ES" sz="1600" dirty="0"/>
              <a:t> </a:t>
            </a:r>
            <a:r>
              <a:rPr lang="es-ES" sz="1600" dirty="0" err="1"/>
              <a:t>API’s</a:t>
            </a:r>
            <a:r>
              <a:rPr lang="es-ES" sz="1600" dirty="0"/>
              <a:t> requiere. 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94D72ABF-5D1D-4141-8DFE-03D197B7C1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dirty="0" err="1"/>
              <a:t>This</a:t>
            </a:r>
            <a:r>
              <a:rPr lang="es-ES" dirty="0"/>
              <a:t> API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mandatory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capstone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.</a:t>
            </a:r>
          </a:p>
          <a:p>
            <a:pPr rtl="0"/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</a:t>
            </a:r>
            <a:r>
              <a:rPr lang="es-ES" dirty="0" err="1"/>
              <a:t>studied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‘</a:t>
            </a:r>
            <a:r>
              <a:rPr lang="es-ES" dirty="0" err="1"/>
              <a:t>College</a:t>
            </a:r>
            <a:r>
              <a:rPr lang="es-ES" dirty="0"/>
              <a:t> &amp; </a:t>
            </a:r>
            <a:r>
              <a:rPr lang="es-ES" dirty="0" err="1"/>
              <a:t>Universities</a:t>
            </a:r>
            <a:r>
              <a:rPr lang="es-ES" dirty="0"/>
              <a:t>’ </a:t>
            </a:r>
            <a:r>
              <a:rPr lang="es-ES" dirty="0" err="1"/>
              <a:t>venues</a:t>
            </a:r>
            <a:r>
              <a:rPr lang="es-ES" dirty="0"/>
              <a:t> </a:t>
            </a:r>
            <a:r>
              <a:rPr lang="es-ES" dirty="0" err="1"/>
              <a:t>around</a:t>
            </a:r>
            <a:r>
              <a:rPr lang="es-ES" dirty="0"/>
              <a:t> </a:t>
            </a:r>
            <a:r>
              <a:rPr lang="es-ES" dirty="0" err="1"/>
              <a:t>centroids</a:t>
            </a:r>
            <a:r>
              <a:rPr lang="es-ES" dirty="0"/>
              <a:t>.</a:t>
            </a:r>
          </a:p>
          <a:p>
            <a:pPr rtl="0"/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radius</a:t>
            </a:r>
            <a:r>
              <a:rPr lang="es-ES" dirty="0"/>
              <a:t> </a:t>
            </a:r>
            <a:r>
              <a:rPr lang="es-ES" dirty="0" err="1"/>
              <a:t>used</a:t>
            </a:r>
            <a:r>
              <a:rPr lang="es-ES" dirty="0"/>
              <a:t> has </a:t>
            </a:r>
            <a:r>
              <a:rPr lang="es-ES" dirty="0" err="1"/>
              <a:t>been</a:t>
            </a:r>
            <a:r>
              <a:rPr lang="es-ES" dirty="0"/>
              <a:t> 2km.</a:t>
            </a:r>
          </a:p>
          <a:p>
            <a:pPr rtl="0"/>
            <a:endParaRPr lang="es-ES" dirty="0"/>
          </a:p>
        </p:txBody>
      </p:sp>
      <p:pic>
        <p:nvPicPr>
          <p:cNvPr id="4" name="Marcador de posición de imagen 3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98C9F515-94C0-40DE-BFE6-372A374BDCB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0502" b="105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398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6DBE169-BA91-4B17-9AF2-4BAD528BE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7" y="1143000"/>
            <a:ext cx="4008437" cy="2381201"/>
          </a:xfrm>
        </p:spPr>
        <p:txBody>
          <a:bodyPr rtlCol="0">
            <a:normAutofit/>
          </a:bodyPr>
          <a:lstStyle/>
          <a:p>
            <a:pPr rtl="0"/>
            <a:r>
              <a:rPr lang="es-ES" dirty="0" err="1"/>
              <a:t>Discussion</a:t>
            </a:r>
            <a:br>
              <a:rPr lang="es-ES" dirty="0"/>
            </a:br>
            <a:br>
              <a:rPr lang="es-ES" dirty="0"/>
            </a:br>
            <a:endParaRPr lang="es-ES" dirty="0">
              <a:solidFill>
                <a:srgbClr val="5DAAB0"/>
              </a:solidFill>
            </a:endParaRP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D9C2EAA8-D3C6-403B-B439-F95C60D0B3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1058" y="3589862"/>
            <a:ext cx="4196934" cy="602887"/>
          </a:xfrm>
        </p:spPr>
        <p:txBody>
          <a:bodyPr rtlCol="0">
            <a:normAutofit/>
          </a:bodyPr>
          <a:lstStyle/>
          <a:p>
            <a:pPr rtl="0"/>
            <a:r>
              <a:rPr lang="es-ES" sz="1600" dirty="0" err="1"/>
              <a:t>What</a:t>
            </a:r>
            <a:r>
              <a:rPr lang="es-ES" sz="1600" dirty="0"/>
              <a:t> </a:t>
            </a:r>
            <a:r>
              <a:rPr lang="es-ES" sz="1600" dirty="0" err="1"/>
              <a:t>we</a:t>
            </a:r>
            <a:r>
              <a:rPr lang="es-ES" sz="1600" dirty="0"/>
              <a:t> </a:t>
            </a:r>
            <a:r>
              <a:rPr lang="es-ES" sz="1600" dirty="0" err="1"/>
              <a:t>have</a:t>
            </a:r>
            <a:r>
              <a:rPr lang="es-ES" sz="1600" dirty="0"/>
              <a:t> </a:t>
            </a:r>
            <a:r>
              <a:rPr lang="es-ES" sz="1600" dirty="0" err="1"/>
              <a:t>learnt</a:t>
            </a:r>
            <a:r>
              <a:rPr lang="es-ES" sz="1600" dirty="0"/>
              <a:t>?</a:t>
            </a:r>
          </a:p>
        </p:txBody>
      </p:sp>
      <p:pic>
        <p:nvPicPr>
          <p:cNvPr id="50" name="Marcador de posición de imagen 49">
            <a:extLst>
              <a:ext uri="{FF2B5EF4-FFF2-40B4-BE49-F238E27FC236}">
                <a16:creationId xmlns:a16="http://schemas.microsoft.com/office/drawing/2014/main" id="{44B7CF38-0B19-41D9-8D37-6D59A3F3E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2179" t="-22322" r="-22179" b="-22322"/>
          <a:stretch/>
        </p:blipFill>
        <p:spPr>
          <a:xfrm>
            <a:off x="6687422" y="2330235"/>
            <a:ext cx="804759" cy="804759"/>
          </a:xfrm>
        </p:spPr>
      </p:pic>
      <p:pic>
        <p:nvPicPr>
          <p:cNvPr id="52" name="Marcador de posición de imagen 51">
            <a:extLst>
              <a:ext uri="{FF2B5EF4-FFF2-40B4-BE49-F238E27FC236}">
                <a16:creationId xmlns:a16="http://schemas.microsoft.com/office/drawing/2014/main" id="{26AA0551-AA74-4E7E-80AF-5D856020D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7274" t="-27427" r="-27274" b="-27427"/>
          <a:stretch/>
        </p:blipFill>
        <p:spPr>
          <a:xfrm>
            <a:off x="6687422" y="3621746"/>
            <a:ext cx="804759" cy="804759"/>
          </a:xfrm>
        </p:spPr>
      </p:pic>
      <p:pic>
        <p:nvPicPr>
          <p:cNvPr id="54" name="Marcador de posición de imagen 53">
            <a:extLst>
              <a:ext uri="{FF2B5EF4-FFF2-40B4-BE49-F238E27FC236}">
                <a16:creationId xmlns:a16="http://schemas.microsoft.com/office/drawing/2014/main" id="{21139392-74B8-43B3-BFDF-58CAC133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30855" t="-31015" r="-30855" b="-31015"/>
          <a:stretch/>
        </p:blipFill>
        <p:spPr>
          <a:xfrm>
            <a:off x="6687422" y="4913257"/>
            <a:ext cx="804759" cy="804759"/>
          </a:xfrm>
        </p:spPr>
      </p:pic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87FCC6D1-213C-4A86-A2D0-742E15438C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dirty="0" err="1"/>
              <a:t>We</a:t>
            </a:r>
            <a:r>
              <a:rPr lang="es-ES" dirty="0"/>
              <a:t> can </a:t>
            </a:r>
            <a:r>
              <a:rPr lang="es-ES" dirty="0" err="1"/>
              <a:t>affirm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being</a:t>
            </a:r>
            <a:r>
              <a:rPr lang="es-ES" dirty="0"/>
              <a:t> in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another</a:t>
            </a:r>
            <a:r>
              <a:rPr lang="es-ES" dirty="0"/>
              <a:t> country and </a:t>
            </a:r>
            <a:r>
              <a:rPr lang="es-ES" dirty="0" err="1"/>
              <a:t>located</a:t>
            </a:r>
            <a:r>
              <a:rPr lang="es-ES" dirty="0"/>
              <a:t> </a:t>
            </a:r>
            <a:r>
              <a:rPr lang="es-ES" dirty="0" err="1"/>
              <a:t>around</a:t>
            </a:r>
            <a:r>
              <a:rPr lang="es-ES" dirty="0"/>
              <a:t> more </a:t>
            </a:r>
            <a:r>
              <a:rPr lang="es-ES" dirty="0" err="1"/>
              <a:t>succesful</a:t>
            </a:r>
            <a:r>
              <a:rPr lang="es-ES" dirty="0"/>
              <a:t> </a:t>
            </a:r>
            <a:r>
              <a:rPr lang="es-ES" dirty="0" err="1"/>
              <a:t>companies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a </a:t>
            </a:r>
            <a:r>
              <a:rPr lang="es-ES" dirty="0" err="1"/>
              <a:t>key</a:t>
            </a:r>
            <a:r>
              <a:rPr lang="es-ES" dirty="0"/>
              <a:t> factor. 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82414D74-66D2-4C65-A48E-39F723FB2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seems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a </a:t>
            </a:r>
            <a:r>
              <a:rPr lang="es-ES" dirty="0" err="1"/>
              <a:t>company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more </a:t>
            </a:r>
            <a:r>
              <a:rPr lang="es-ES" dirty="0" err="1"/>
              <a:t>likely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succed</a:t>
            </a:r>
            <a:r>
              <a:rPr lang="es-ES" dirty="0"/>
              <a:t>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inside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academic</a:t>
            </a:r>
            <a:r>
              <a:rPr lang="es-ES" dirty="0"/>
              <a:t> </a:t>
            </a:r>
            <a:r>
              <a:rPr lang="es-ES" dirty="0" err="1"/>
              <a:t>environments</a:t>
            </a:r>
            <a:r>
              <a:rPr lang="es-ES" dirty="0"/>
              <a:t>. 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E4D7EF6E-37B1-4694-B769-3DDEC29D83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>
            <a:normAutofit fontScale="92500"/>
          </a:bodyPr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companies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</a:t>
            </a:r>
            <a:r>
              <a:rPr lang="es-ES" dirty="0" err="1"/>
              <a:t>growth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most</a:t>
            </a:r>
            <a:r>
              <a:rPr lang="es-ES" dirty="0"/>
              <a:t> in </a:t>
            </a:r>
            <a:r>
              <a:rPr lang="es-ES" dirty="0" err="1"/>
              <a:t>Europe</a:t>
            </a:r>
            <a:r>
              <a:rPr lang="es-ES" dirty="0"/>
              <a:t> are in </a:t>
            </a:r>
            <a:r>
              <a:rPr lang="es-ES" dirty="0" err="1"/>
              <a:t>almost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cases </a:t>
            </a:r>
            <a:r>
              <a:rPr lang="es-ES" dirty="0" err="1"/>
              <a:t>having</a:t>
            </a:r>
            <a:r>
              <a:rPr lang="es-ES" dirty="0"/>
              <a:t> Good </a:t>
            </a:r>
            <a:r>
              <a:rPr lang="es-ES" dirty="0" err="1"/>
              <a:t>comunications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cities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even</a:t>
            </a:r>
            <a:r>
              <a:rPr lang="es-ES" dirty="0"/>
              <a:t> </a:t>
            </a:r>
            <a:r>
              <a:rPr lang="es-ES" dirty="0" err="1"/>
              <a:t>countries</a:t>
            </a:r>
            <a:r>
              <a:rPr lang="es-ES" dirty="0"/>
              <a:t>. 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ABF89FBA-20AC-4FD7-833B-ADA0EEFFCAD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companies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</a:t>
            </a:r>
            <a:r>
              <a:rPr lang="es-ES" dirty="0" err="1"/>
              <a:t>growth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most</a:t>
            </a:r>
            <a:r>
              <a:rPr lang="es-ES" dirty="0"/>
              <a:t> are </a:t>
            </a:r>
            <a:r>
              <a:rPr lang="es-ES" dirty="0" err="1"/>
              <a:t>mainly</a:t>
            </a:r>
            <a:r>
              <a:rPr lang="es-ES" dirty="0"/>
              <a:t> in </a:t>
            </a:r>
            <a:r>
              <a:rPr lang="es-ES" dirty="0" err="1"/>
              <a:t>big</a:t>
            </a:r>
            <a:r>
              <a:rPr lang="es-ES" dirty="0"/>
              <a:t> </a:t>
            </a:r>
            <a:r>
              <a:rPr lang="es-ES" dirty="0" err="1"/>
              <a:t>capitals</a:t>
            </a:r>
            <a:r>
              <a:rPr lang="es-ES" dirty="0"/>
              <a:t>. </a:t>
            </a:r>
          </a:p>
        </p:txBody>
      </p:sp>
      <p:sp>
        <p:nvSpPr>
          <p:cNvPr id="66" name="Marcador de texto 65">
            <a:extLst>
              <a:ext uri="{FF2B5EF4-FFF2-40B4-BE49-F238E27FC236}">
                <a16:creationId xmlns:a16="http://schemas.microsoft.com/office/drawing/2014/main" id="{1AEF3ED8-A75C-4318-877C-139C98C000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4307232"/>
            <a:ext cx="4008438" cy="2243038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es-ES" sz="1600" dirty="0" err="1"/>
              <a:t>Due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complexity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project</a:t>
            </a:r>
            <a:r>
              <a:rPr lang="es-ES" sz="1600" dirty="0"/>
              <a:t> </a:t>
            </a:r>
            <a:r>
              <a:rPr lang="es-ES" sz="1600" dirty="0" err="1"/>
              <a:t>we</a:t>
            </a:r>
            <a:r>
              <a:rPr lang="es-ES" sz="1600" dirty="0"/>
              <a:t> can </a:t>
            </a:r>
            <a:r>
              <a:rPr lang="es-ES" sz="1600" dirty="0" err="1"/>
              <a:t>not</a:t>
            </a:r>
            <a:r>
              <a:rPr lang="es-ES" sz="1600" dirty="0"/>
              <a:t> </a:t>
            </a:r>
            <a:r>
              <a:rPr lang="es-ES" sz="1600" dirty="0" err="1"/>
              <a:t>say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exact</a:t>
            </a:r>
            <a:r>
              <a:rPr lang="es-ES" sz="1600" dirty="0"/>
              <a:t> </a:t>
            </a:r>
            <a:r>
              <a:rPr lang="es-ES" sz="1600" dirty="0" err="1"/>
              <a:t>correlation</a:t>
            </a:r>
            <a:r>
              <a:rPr lang="es-ES" sz="1600" dirty="0"/>
              <a:t> </a:t>
            </a:r>
            <a:r>
              <a:rPr lang="es-ES" sz="1600" dirty="0" err="1"/>
              <a:t>between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venues</a:t>
            </a:r>
            <a:r>
              <a:rPr lang="es-ES" sz="1600" dirty="0"/>
              <a:t> and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success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this</a:t>
            </a:r>
            <a:r>
              <a:rPr lang="es-ES" sz="1600" dirty="0"/>
              <a:t> </a:t>
            </a:r>
            <a:r>
              <a:rPr lang="es-ES" sz="1600" dirty="0" err="1"/>
              <a:t>companies</a:t>
            </a:r>
            <a:r>
              <a:rPr lang="es-ES" sz="1600" dirty="0"/>
              <a:t> </a:t>
            </a:r>
            <a:r>
              <a:rPr lang="es-ES" sz="1600" dirty="0" err="1"/>
              <a:t>altough</a:t>
            </a:r>
            <a:r>
              <a:rPr lang="es-ES" sz="1600" dirty="0"/>
              <a:t> </a:t>
            </a:r>
            <a:r>
              <a:rPr lang="es-ES" sz="1600" dirty="0" err="1"/>
              <a:t>we</a:t>
            </a:r>
            <a:r>
              <a:rPr lang="es-ES" sz="1600" dirty="0"/>
              <a:t> can </a:t>
            </a:r>
            <a:r>
              <a:rPr lang="es-ES" sz="1600" dirty="0" err="1"/>
              <a:t>find</a:t>
            </a:r>
            <a:r>
              <a:rPr lang="es-ES" sz="1600" dirty="0"/>
              <a:t> </a:t>
            </a:r>
            <a:r>
              <a:rPr lang="es-ES" sz="1600" dirty="0" err="1"/>
              <a:t>visualizing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maps</a:t>
            </a:r>
            <a:r>
              <a:rPr lang="es-ES" sz="1600" dirty="0"/>
              <a:t> posible </a:t>
            </a:r>
            <a:r>
              <a:rPr lang="es-ES" sz="1600" dirty="0" err="1"/>
              <a:t>correlations</a:t>
            </a:r>
            <a:r>
              <a:rPr lang="es-ES" sz="1600" dirty="0"/>
              <a:t>.</a:t>
            </a:r>
          </a:p>
          <a:p>
            <a:pPr rtl="0">
              <a:lnSpc>
                <a:spcPct val="100000"/>
              </a:lnSpc>
            </a:pPr>
            <a:r>
              <a:rPr lang="es-ES" sz="1600" dirty="0" err="1"/>
              <a:t>We</a:t>
            </a:r>
            <a:r>
              <a:rPr lang="es-ES" sz="1600" dirty="0"/>
              <a:t> can </a:t>
            </a:r>
            <a:r>
              <a:rPr lang="es-ES" sz="1600" dirty="0" err="1"/>
              <a:t>expect</a:t>
            </a:r>
            <a:r>
              <a:rPr lang="es-ES" sz="1600" dirty="0"/>
              <a:t> as </a:t>
            </a:r>
            <a:r>
              <a:rPr lang="es-ES" sz="1600" dirty="0" err="1"/>
              <a:t>well</a:t>
            </a:r>
            <a:r>
              <a:rPr lang="es-ES" sz="1600" dirty="0"/>
              <a:t> more </a:t>
            </a:r>
            <a:r>
              <a:rPr lang="es-ES" sz="1600" dirty="0" err="1"/>
              <a:t>correlations</a:t>
            </a:r>
            <a:r>
              <a:rPr lang="es-ES" sz="1600" dirty="0"/>
              <a:t> as more </a:t>
            </a:r>
            <a:r>
              <a:rPr lang="es-ES" sz="1600" dirty="0" err="1"/>
              <a:t>venues</a:t>
            </a:r>
            <a:r>
              <a:rPr lang="es-ES" sz="1600" dirty="0"/>
              <a:t> are </a:t>
            </a:r>
            <a:r>
              <a:rPr lang="es-ES" sz="1600" dirty="0" err="1"/>
              <a:t>analysed</a:t>
            </a:r>
            <a:r>
              <a:rPr lang="es-ES" sz="1600" dirty="0"/>
              <a:t>.</a:t>
            </a:r>
          </a:p>
        </p:txBody>
      </p:sp>
      <p:pic>
        <p:nvPicPr>
          <p:cNvPr id="15" name="Marcador de posición de imagen 51">
            <a:extLst>
              <a:ext uri="{FF2B5EF4-FFF2-40B4-BE49-F238E27FC236}">
                <a16:creationId xmlns:a16="http://schemas.microsoft.com/office/drawing/2014/main" id="{C179D7EB-424A-4FD6-ABD5-AF4711A06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27274" t="-27427" r="-27274" b="-27427"/>
          <a:stretch/>
        </p:blipFill>
        <p:spPr>
          <a:xfrm>
            <a:off x="6687421" y="1038276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</p:pic>
      <p:pic>
        <p:nvPicPr>
          <p:cNvPr id="16" name="Marcador de posición de imagen 53">
            <a:extLst>
              <a:ext uri="{FF2B5EF4-FFF2-40B4-BE49-F238E27FC236}">
                <a16:creationId xmlns:a16="http://schemas.microsoft.com/office/drawing/2014/main" id="{D18FEDBF-C564-427C-B6CA-C957CA47E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30855" t="-31015" r="-30855" b="-31015"/>
          <a:stretch/>
        </p:blipFill>
        <p:spPr>
          <a:xfrm>
            <a:off x="6687422" y="2329004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2684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13F9A722-C416-4CA0-9E81-3AB439623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43" y="358610"/>
            <a:ext cx="10854914" cy="804759"/>
          </a:xfrm>
        </p:spPr>
        <p:txBody>
          <a:bodyPr rtlCol="0" anchor="b">
            <a:normAutofit/>
          </a:bodyPr>
          <a:lstStyle/>
          <a:p>
            <a:pPr rtl="0"/>
            <a:r>
              <a:rPr lang="es-ES" dirty="0" err="1"/>
              <a:t>Results</a:t>
            </a:r>
            <a:endParaRPr lang="es-E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EF6D230-8F0F-456C-A7F1-34B1DE11D1AE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72" b="6"/>
          <a:stretch/>
        </p:blipFill>
        <p:spPr bwMode="auto">
          <a:xfrm>
            <a:off x="5052217" y="1717809"/>
            <a:ext cx="2257219" cy="2257219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Marcador de posición de imagen 3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EE540E34-310F-4CA7-A9FD-42CA139D15C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/>
          <a:srcRect r="3100" b="-1"/>
          <a:stretch/>
        </p:blipFill>
        <p:spPr>
          <a:xfrm>
            <a:off x="481488" y="1337302"/>
            <a:ext cx="2567873" cy="2567873"/>
          </a:xfrm>
          <a:noFill/>
        </p:spPr>
      </p:pic>
      <p:pic>
        <p:nvPicPr>
          <p:cNvPr id="28" name="Marcador de posición de imagen 5" descr="Map of GB with companies clustered">
            <a:extLst>
              <a:ext uri="{FF2B5EF4-FFF2-40B4-BE49-F238E27FC236}">
                <a16:creationId xmlns:a16="http://schemas.microsoft.com/office/drawing/2014/main" id="{77C08B56-CC28-4810-BFA0-A8A3BDBF87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/>
          <a:srcRect l="10793" r="22" b="22"/>
          <a:stretch/>
        </p:blipFill>
        <p:spPr>
          <a:xfrm>
            <a:off x="8965583" y="1379391"/>
            <a:ext cx="2595637" cy="2595637"/>
          </a:xfrm>
          <a:noFill/>
        </p:spPr>
      </p:pic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F6997EE2-4A7E-42BA-A9A4-CA8914C6CA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45924" y="4340875"/>
            <a:ext cx="2469806" cy="1556342"/>
          </a:xfrm>
        </p:spPr>
        <p:txBody>
          <a:bodyPr rtlCol="0" anchor="t">
            <a:normAutofit/>
          </a:bodyPr>
          <a:lstStyle/>
          <a:p>
            <a:pPr rtl="0"/>
            <a:r>
              <a:rPr lang="es-ES" b="1" dirty="0" err="1"/>
              <a:t>Amsterdam</a:t>
            </a:r>
            <a:r>
              <a:rPr lang="es-ES" b="1" dirty="0"/>
              <a:t> </a:t>
            </a:r>
            <a:r>
              <a:rPr lang="es-ES" b="1" dirty="0" err="1"/>
              <a:t>Map</a:t>
            </a:r>
            <a:endParaRPr lang="es-ES" b="1" dirty="0"/>
          </a:p>
          <a:p>
            <a:r>
              <a:rPr lang="es-ES" dirty="0" err="1"/>
              <a:t>Venues</a:t>
            </a:r>
            <a:r>
              <a:rPr lang="es-ES" dirty="0"/>
              <a:t> </a:t>
            </a:r>
            <a:r>
              <a:rPr lang="es-ES" dirty="0" err="1"/>
              <a:t>within</a:t>
            </a:r>
            <a:r>
              <a:rPr lang="es-ES" dirty="0"/>
              <a:t> 2 km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Amsterdam</a:t>
            </a:r>
            <a:r>
              <a:rPr lang="es-ES" dirty="0"/>
              <a:t> </a:t>
            </a:r>
            <a:r>
              <a:rPr lang="es-ES" dirty="0" err="1"/>
              <a:t>centroid</a:t>
            </a:r>
            <a:r>
              <a:rPr lang="es-ES" dirty="0"/>
              <a:t>. A total </a:t>
            </a:r>
            <a:r>
              <a:rPr lang="es-ES" dirty="0" err="1"/>
              <a:t>of</a:t>
            </a:r>
            <a:r>
              <a:rPr lang="es-ES" dirty="0"/>
              <a:t> 22 </a:t>
            </a:r>
            <a:r>
              <a:rPr lang="es-ES" dirty="0" err="1"/>
              <a:t>venues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24 </a:t>
            </a:r>
            <a:r>
              <a:rPr lang="es-ES" dirty="0" err="1"/>
              <a:t>companies</a:t>
            </a:r>
            <a:endParaRPr lang="es-ES" dirty="0"/>
          </a:p>
          <a:p>
            <a:pPr rtl="0"/>
            <a:endParaRPr lang="es-ES" dirty="0"/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3604A973-1FC1-4BD3-A8B8-0C46262D77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0522" y="3975028"/>
            <a:ext cx="2469806" cy="731694"/>
          </a:xfrm>
        </p:spPr>
        <p:txBody>
          <a:bodyPr rtlCol="0" anchor="t">
            <a:normAutofit/>
          </a:bodyPr>
          <a:lstStyle/>
          <a:p>
            <a:pPr rtl="0"/>
            <a:r>
              <a:rPr lang="es-ES" b="1" dirty="0"/>
              <a:t>London </a:t>
            </a:r>
            <a:r>
              <a:rPr lang="es-ES" b="1" dirty="0" err="1"/>
              <a:t>Map</a:t>
            </a:r>
            <a:endParaRPr lang="es-ES" b="1" dirty="0"/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DDC5EC52-0B52-4D0E-B00E-8E5EF35BC9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28498" y="4191050"/>
            <a:ext cx="2469806" cy="2308340"/>
          </a:xfrm>
        </p:spPr>
        <p:txBody>
          <a:bodyPr rtlCol="0" anchor="t">
            <a:normAutofit/>
          </a:bodyPr>
          <a:lstStyle/>
          <a:p>
            <a:pPr rtl="0"/>
            <a:r>
              <a:rPr lang="es-ES" b="1" dirty="0" err="1"/>
              <a:t>Map</a:t>
            </a:r>
            <a:r>
              <a:rPr lang="es-ES" b="1" dirty="0"/>
              <a:t> </a:t>
            </a:r>
            <a:r>
              <a:rPr lang="es-ES" b="1" dirty="0" err="1"/>
              <a:t>of</a:t>
            </a:r>
            <a:r>
              <a:rPr lang="es-ES" b="1" dirty="0"/>
              <a:t> GB</a:t>
            </a:r>
          </a:p>
          <a:p>
            <a:pPr rtl="0"/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map</a:t>
            </a:r>
            <a:r>
              <a:rPr lang="es-ES" dirty="0"/>
              <a:t> show </a:t>
            </a:r>
            <a:r>
              <a:rPr lang="es-ES" dirty="0" err="1"/>
              <a:t>six</a:t>
            </a:r>
            <a:r>
              <a:rPr lang="es-ES" dirty="0"/>
              <a:t> </a:t>
            </a:r>
            <a:r>
              <a:rPr lang="es-ES" dirty="0" err="1"/>
              <a:t>clusters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companies</a:t>
            </a:r>
            <a:r>
              <a:rPr lang="es-ES" dirty="0"/>
              <a:t> </a:t>
            </a:r>
            <a:r>
              <a:rPr lang="es-ES" dirty="0" err="1"/>
              <a:t>really</a:t>
            </a:r>
            <a:r>
              <a:rPr lang="es-ES" dirty="0"/>
              <a:t> </a:t>
            </a:r>
            <a:r>
              <a:rPr lang="es-ES" dirty="0" err="1"/>
              <a:t>agglomerated</a:t>
            </a:r>
            <a:r>
              <a:rPr lang="es-ES" dirty="0"/>
              <a:t> in London, Cambridge and Oxford and more </a:t>
            </a:r>
            <a:r>
              <a:rPr lang="es-ES" dirty="0" err="1"/>
              <a:t>separation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clusters</a:t>
            </a:r>
            <a:endParaRPr lang="es-ES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4E6B8FC3-C6AB-4C05-AB1A-6A425F4371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0522" y="4316974"/>
            <a:ext cx="2469806" cy="1203724"/>
          </a:xfrm>
        </p:spPr>
        <p:txBody>
          <a:bodyPr rtlCol="0" anchor="t">
            <a:normAutofit/>
          </a:bodyPr>
          <a:lstStyle/>
          <a:p>
            <a:pPr rtl="0"/>
            <a:r>
              <a:rPr lang="es-ES" dirty="0" err="1"/>
              <a:t>Venues</a:t>
            </a:r>
            <a:r>
              <a:rPr lang="es-ES" dirty="0"/>
              <a:t> </a:t>
            </a:r>
            <a:r>
              <a:rPr lang="es-ES" dirty="0" err="1"/>
              <a:t>within</a:t>
            </a:r>
            <a:r>
              <a:rPr lang="es-ES" dirty="0"/>
              <a:t> 2 km in </a:t>
            </a:r>
            <a:r>
              <a:rPr lang="es-ES" dirty="0" err="1"/>
              <a:t>the</a:t>
            </a:r>
            <a:r>
              <a:rPr lang="es-ES" dirty="0"/>
              <a:t> London </a:t>
            </a:r>
            <a:r>
              <a:rPr lang="es-ES" dirty="0" err="1"/>
              <a:t>centroid</a:t>
            </a:r>
            <a:r>
              <a:rPr lang="es-ES" dirty="0"/>
              <a:t>. More </a:t>
            </a:r>
            <a:r>
              <a:rPr lang="es-ES" dirty="0" err="1"/>
              <a:t>than</a:t>
            </a:r>
            <a:r>
              <a:rPr lang="es-ES" dirty="0"/>
              <a:t> 50.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6D905B54-BC78-4D3A-98A7-8BF350FAE6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184786"/>
            <a:ext cx="10685257" cy="541483"/>
          </a:xfrm>
        </p:spPr>
        <p:txBody>
          <a:bodyPr rtlCol="0">
            <a:normAutofit/>
          </a:bodyPr>
          <a:lstStyle/>
          <a:p>
            <a:pPr rtl="0"/>
            <a:r>
              <a:rPr lang="es-ES" sz="1600" dirty="0" err="1"/>
              <a:t>Folium</a:t>
            </a:r>
            <a:r>
              <a:rPr lang="es-ES" sz="1600" dirty="0"/>
              <a:t> </a:t>
            </a:r>
            <a:r>
              <a:rPr lang="es-ES" sz="1600" dirty="0" err="1"/>
              <a:t>Maps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6846974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MSFT_ELT_Template01">
      <a:dk1>
        <a:srgbClr val="3F3F3F"/>
      </a:dk1>
      <a:lt1>
        <a:srgbClr val="FFFFFF"/>
      </a:lt1>
      <a:dk2>
        <a:srgbClr val="000000"/>
      </a:dk2>
      <a:lt2>
        <a:srgbClr val="A5A5A5"/>
      </a:lt2>
      <a:accent1>
        <a:srgbClr val="5DAAB0"/>
      </a:accent1>
      <a:accent2>
        <a:srgbClr val="DFE3E9"/>
      </a:accent2>
      <a:accent3>
        <a:srgbClr val="BBC3CD"/>
      </a:accent3>
      <a:accent4>
        <a:srgbClr val="484848"/>
      </a:accent4>
      <a:accent5>
        <a:srgbClr val="1F1F26"/>
      </a:accent5>
      <a:accent6>
        <a:srgbClr val="F2CAA2"/>
      </a:accent6>
      <a:hlink>
        <a:srgbClr val="00194C"/>
      </a:hlink>
      <a:folHlink>
        <a:srgbClr val="954F72"/>
      </a:folHlink>
    </a:clrScheme>
    <a:fontScheme name="MSFT_ELT_Template01">
      <a:majorFont>
        <a:latin typeface="Constant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1082_TF55702786.potx" id="{C91B74C2-AFD4-492F-A104-7BBF974C7815}" vid="{C2DD3A3F-49C2-4FA2-B82A-3AF900A66FB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569</Words>
  <Application>Microsoft Office PowerPoint</Application>
  <PresentationFormat>Panorámica</PresentationFormat>
  <Paragraphs>61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Constantia</vt:lpstr>
      <vt:lpstr>Goudy Old Style</vt:lpstr>
      <vt:lpstr>Helvetica Light</vt:lpstr>
      <vt:lpstr>Segoe UI Web (West European)</vt:lpstr>
      <vt:lpstr>Tema de Office</vt:lpstr>
      <vt:lpstr>Economy of agglomeration on Business Clusters</vt:lpstr>
      <vt:lpstr>Index</vt:lpstr>
      <vt:lpstr>Introduction </vt:lpstr>
      <vt:lpstr>Data</vt:lpstr>
      <vt:lpstr>Methdology </vt:lpstr>
      <vt:lpstr>Methdology </vt:lpstr>
      <vt:lpstr>Discussion  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Economy of agglomeration on Business Clusters</dc:title>
  <dc:creator>Marc Perez Bernus</dc:creator>
  <cp:lastModifiedBy>Marc Perez Bernus</cp:lastModifiedBy>
  <cp:revision>2</cp:revision>
  <dcterms:created xsi:type="dcterms:W3CDTF">2020-09-18T09:46:31Z</dcterms:created>
  <dcterms:modified xsi:type="dcterms:W3CDTF">2020-09-18T09:52:58Z</dcterms:modified>
</cp:coreProperties>
</file>